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B8893-3976-1842-9CB2-EDD1B9AF7EB6}" v="9" dt="2025-04-08T07:05:59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558"/>
  </p:normalViewPr>
  <p:slideViewPr>
    <p:cSldViewPr snapToGrid="0">
      <p:cViewPr varScale="1">
        <p:scale>
          <a:sx n="76" d="100"/>
          <a:sy n="76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031BC534-EA96-5749-8E7F-33BB66CF9DF7}"/>
    <pc:docChg chg="undo custSel addSld modSld">
      <pc:chgData name="Romano, M. Carmen" userId="aa8fdb40-17a6-4858-bc4e-f32e31186fd2" providerId="ADAL" clId="{031BC534-EA96-5749-8E7F-33BB66CF9DF7}" dt="2025-02-09T09:23:46.639" v="4432" actId="20577"/>
      <pc:docMkLst>
        <pc:docMk/>
      </pc:docMkLst>
      <pc:sldChg chg="modSp">
        <pc:chgData name="Romano, M. Carmen" userId="aa8fdb40-17a6-4858-bc4e-f32e31186fd2" providerId="ADAL" clId="{031BC534-EA96-5749-8E7F-33BB66CF9DF7}" dt="2025-02-09T06:14:13.752" v="0" actId="207"/>
        <pc:sldMkLst>
          <pc:docMk/>
          <pc:sldMk cId="3573373323" sldId="260"/>
        </pc:sldMkLst>
        <pc:spChg chg="mod">
          <ac:chgData name="Romano, M. Carmen" userId="aa8fdb40-17a6-4858-bc4e-f32e31186fd2" providerId="ADAL" clId="{031BC534-EA96-5749-8E7F-33BB66CF9DF7}" dt="2025-02-09T06:14:13.752" v="0" actId="207"/>
          <ac:spMkLst>
            <pc:docMk/>
            <pc:sldMk cId="3573373323" sldId="260"/>
            <ac:spMk id="3" creationId="{E8D76FFC-5414-C583-D0B4-A9DBB925BA20}"/>
          </ac:spMkLst>
        </pc:spChg>
      </pc:sldChg>
      <pc:sldChg chg="modSp mod modAnim">
        <pc:chgData name="Romano, M. Carmen" userId="aa8fdb40-17a6-4858-bc4e-f32e31186fd2" providerId="ADAL" clId="{031BC534-EA96-5749-8E7F-33BB66CF9DF7}" dt="2025-02-09T06:23:24.451" v="464"/>
        <pc:sldMkLst>
          <pc:docMk/>
          <pc:sldMk cId="811812199" sldId="266"/>
        </pc:sldMkLst>
        <pc:spChg chg="mod">
          <ac:chgData name="Romano, M. Carmen" userId="aa8fdb40-17a6-4858-bc4e-f32e31186fd2" providerId="ADAL" clId="{031BC534-EA96-5749-8E7F-33BB66CF9DF7}" dt="2025-02-09T06:14:44.707" v="4" actId="20577"/>
          <ac:spMkLst>
            <pc:docMk/>
            <pc:sldMk cId="811812199" sldId="266"/>
            <ac:spMk id="2" creationId="{1CB17876-6D8D-686C-2D64-A15C6B7D0E27}"/>
          </ac:spMkLst>
        </pc:spChg>
        <pc:spChg chg="mod">
          <ac:chgData name="Romano, M. Carmen" userId="aa8fdb40-17a6-4858-bc4e-f32e31186fd2" providerId="ADAL" clId="{031BC534-EA96-5749-8E7F-33BB66CF9DF7}" dt="2025-02-09T06:22:34.193" v="459" actId="113"/>
          <ac:spMkLst>
            <pc:docMk/>
            <pc:sldMk cId="811812199" sldId="266"/>
            <ac:spMk id="3" creationId="{708A04DE-A045-8833-C01E-66345D15F685}"/>
          </ac:spMkLst>
        </pc:spChg>
      </pc:sldChg>
      <pc:sldChg chg="addSp modSp new mod modAnim">
        <pc:chgData name="Romano, M. Carmen" userId="aa8fdb40-17a6-4858-bc4e-f32e31186fd2" providerId="ADAL" clId="{031BC534-EA96-5749-8E7F-33BB66CF9DF7}" dt="2025-02-09T06:40:12.015" v="748"/>
        <pc:sldMkLst>
          <pc:docMk/>
          <pc:sldMk cId="3530678058" sldId="267"/>
        </pc:sldMkLst>
        <pc:spChg chg="mod">
          <ac:chgData name="Romano, M. Carmen" userId="aa8fdb40-17a6-4858-bc4e-f32e31186fd2" providerId="ADAL" clId="{031BC534-EA96-5749-8E7F-33BB66CF9DF7}" dt="2025-02-09T06:24:55.642" v="543" actId="1076"/>
          <ac:spMkLst>
            <pc:docMk/>
            <pc:sldMk cId="3530678058" sldId="267"/>
            <ac:spMk id="2" creationId="{FB301027-FF99-FA4C-6D4B-7406EC05616D}"/>
          </ac:spMkLst>
        </pc:spChg>
        <pc:spChg chg="mod">
          <ac:chgData name="Romano, M. Carmen" userId="aa8fdb40-17a6-4858-bc4e-f32e31186fd2" providerId="ADAL" clId="{031BC534-EA96-5749-8E7F-33BB66CF9DF7}" dt="2025-02-09T06:27:47.375" v="743" actId="1076"/>
          <ac:spMkLst>
            <pc:docMk/>
            <pc:sldMk cId="3530678058" sldId="267"/>
            <ac:spMk id="3" creationId="{8386811A-E227-15B9-2638-7E3BAD89DA5F}"/>
          </ac:spMkLst>
        </pc:spChg>
        <pc:picChg chg="add mod">
          <ac:chgData name="Romano, M. Carmen" userId="aa8fdb40-17a6-4858-bc4e-f32e31186fd2" providerId="ADAL" clId="{031BC534-EA96-5749-8E7F-33BB66CF9DF7}" dt="2025-02-09T06:27:50.664" v="744" actId="1076"/>
          <ac:picMkLst>
            <pc:docMk/>
            <pc:sldMk cId="3530678058" sldId="267"/>
            <ac:picMk id="4" creationId="{191D31E3-CA7A-18CD-A1FC-3A936DEF0A89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7:13:34.291" v="980"/>
        <pc:sldMkLst>
          <pc:docMk/>
          <pc:sldMk cId="3682469503" sldId="268"/>
        </pc:sldMkLst>
        <pc:spChg chg="mod">
          <ac:chgData name="Romano, M. Carmen" userId="aa8fdb40-17a6-4858-bc4e-f32e31186fd2" providerId="ADAL" clId="{031BC534-EA96-5749-8E7F-33BB66CF9DF7}" dt="2025-02-09T06:40:45.322" v="750"/>
          <ac:spMkLst>
            <pc:docMk/>
            <pc:sldMk cId="3682469503" sldId="268"/>
            <ac:spMk id="2" creationId="{F0F6AFDC-E594-3160-3219-19F20C3F7751}"/>
          </ac:spMkLst>
        </pc:spChg>
        <pc:spChg chg="add mod">
          <ac:chgData name="Romano, M. Carmen" userId="aa8fdb40-17a6-4858-bc4e-f32e31186fd2" providerId="ADAL" clId="{031BC534-EA96-5749-8E7F-33BB66CF9DF7}" dt="2025-02-09T07:11:15.241" v="781" actId="1076"/>
          <ac:spMkLst>
            <pc:docMk/>
            <pc:sldMk cId="3682469503" sldId="268"/>
            <ac:spMk id="5" creationId="{53F891E6-B427-8B4D-BE7E-8C2A7CD4AFA5}"/>
          </ac:spMkLst>
        </pc:spChg>
        <pc:spChg chg="add mod">
          <ac:chgData name="Romano, M. Carmen" userId="aa8fdb40-17a6-4858-bc4e-f32e31186fd2" providerId="ADAL" clId="{031BC534-EA96-5749-8E7F-33BB66CF9DF7}" dt="2025-02-09T07:13:22.044" v="977" actId="1076"/>
          <ac:spMkLst>
            <pc:docMk/>
            <pc:sldMk cId="3682469503" sldId="268"/>
            <ac:spMk id="6" creationId="{E8CE9155-3836-EEB0-69AA-97614D6A50A2}"/>
          </ac:spMkLst>
        </pc:spChg>
        <pc:picChg chg="add mod">
          <ac:chgData name="Romano, M. Carmen" userId="aa8fdb40-17a6-4858-bc4e-f32e31186fd2" providerId="ADAL" clId="{031BC534-EA96-5749-8E7F-33BB66CF9DF7}" dt="2025-02-09T07:12:16.106" v="886" actId="692"/>
          <ac:picMkLst>
            <pc:docMk/>
            <pc:sldMk cId="3682469503" sldId="268"/>
            <ac:picMk id="4" creationId="{2DC9780E-623C-4654-6F86-ECAE323CF3B5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7:25:23.277" v="1212" actId="1035"/>
        <pc:sldMkLst>
          <pc:docMk/>
          <pc:sldMk cId="737566134" sldId="269"/>
        </pc:sldMkLst>
        <pc:spChg chg="mod">
          <ac:chgData name="Romano, M. Carmen" userId="aa8fdb40-17a6-4858-bc4e-f32e31186fd2" providerId="ADAL" clId="{031BC534-EA96-5749-8E7F-33BB66CF9DF7}" dt="2025-02-09T07:25:23.277" v="1212" actId="1035"/>
          <ac:spMkLst>
            <pc:docMk/>
            <pc:sldMk cId="737566134" sldId="269"/>
            <ac:spMk id="2" creationId="{9DAF0DF3-AD4A-B57E-E434-4662DF86F905}"/>
          </ac:spMkLst>
        </pc:spChg>
        <pc:spChg chg="add mod">
          <ac:chgData name="Romano, M. Carmen" userId="aa8fdb40-17a6-4858-bc4e-f32e31186fd2" providerId="ADAL" clId="{031BC534-EA96-5749-8E7F-33BB66CF9DF7}" dt="2025-02-09T07:24:45.686" v="1197" actId="207"/>
          <ac:spMkLst>
            <pc:docMk/>
            <pc:sldMk cId="737566134" sldId="269"/>
            <ac:spMk id="6" creationId="{48E4AA60-9349-F947-1D15-42FCCB256376}"/>
          </ac:spMkLst>
        </pc:spChg>
        <pc:picChg chg="add mod">
          <ac:chgData name="Romano, M. Carmen" userId="aa8fdb40-17a6-4858-bc4e-f32e31186fd2" providerId="ADAL" clId="{031BC534-EA96-5749-8E7F-33BB66CF9DF7}" dt="2025-02-09T07:21:16.619" v="1036" actId="1076"/>
          <ac:picMkLst>
            <pc:docMk/>
            <pc:sldMk cId="737566134" sldId="269"/>
            <ac:picMk id="4" creationId="{E2EF3240-325F-1D48-BFE9-041320E671CE}"/>
          </ac:picMkLst>
        </pc:picChg>
        <pc:picChg chg="add mod">
          <ac:chgData name="Romano, M. Carmen" userId="aa8fdb40-17a6-4858-bc4e-f32e31186fd2" providerId="ADAL" clId="{031BC534-EA96-5749-8E7F-33BB66CF9DF7}" dt="2025-02-09T07:21:18.838" v="1037" actId="1076"/>
          <ac:picMkLst>
            <pc:docMk/>
            <pc:sldMk cId="737566134" sldId="269"/>
            <ac:picMk id="5" creationId="{40872DA3-F9E9-09A8-67C2-FFC9A494CB51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7:33:26.292" v="1436"/>
        <pc:sldMkLst>
          <pc:docMk/>
          <pc:sldMk cId="859060274" sldId="270"/>
        </pc:sldMkLst>
        <pc:spChg chg="mod">
          <ac:chgData name="Romano, M. Carmen" userId="aa8fdb40-17a6-4858-bc4e-f32e31186fd2" providerId="ADAL" clId="{031BC534-EA96-5749-8E7F-33BB66CF9DF7}" dt="2025-02-09T07:30:05.478" v="1293" actId="207"/>
          <ac:spMkLst>
            <pc:docMk/>
            <pc:sldMk cId="859060274" sldId="270"/>
            <ac:spMk id="2" creationId="{4864D3A2-0082-7848-BC72-24F7619D789A}"/>
          </ac:spMkLst>
        </pc:spChg>
        <pc:spChg chg="add mod">
          <ac:chgData name="Romano, M. Carmen" userId="aa8fdb40-17a6-4858-bc4e-f32e31186fd2" providerId="ADAL" clId="{031BC534-EA96-5749-8E7F-33BB66CF9DF7}" dt="2025-02-09T07:32:56.343" v="1434" actId="20577"/>
          <ac:spMkLst>
            <pc:docMk/>
            <pc:sldMk cId="859060274" sldId="270"/>
            <ac:spMk id="5" creationId="{BFE03D30-DE1E-4B68-97C1-4762336119B2}"/>
          </ac:spMkLst>
        </pc:spChg>
        <pc:picChg chg="add mod">
          <ac:chgData name="Romano, M. Carmen" userId="aa8fdb40-17a6-4858-bc4e-f32e31186fd2" providerId="ADAL" clId="{031BC534-EA96-5749-8E7F-33BB66CF9DF7}" dt="2025-02-09T07:30:10.587" v="1295" actId="1076"/>
          <ac:picMkLst>
            <pc:docMk/>
            <pc:sldMk cId="859060274" sldId="270"/>
            <ac:picMk id="4" creationId="{406EE54B-4BB6-4EFA-F434-253C866D8B84}"/>
          </ac:picMkLst>
        </pc:picChg>
      </pc:sldChg>
      <pc:sldChg chg="addSp modSp new mod modAnim">
        <pc:chgData name="Romano, M. Carmen" userId="aa8fdb40-17a6-4858-bc4e-f32e31186fd2" providerId="ADAL" clId="{031BC534-EA96-5749-8E7F-33BB66CF9DF7}" dt="2025-02-09T07:40:08.708" v="1804"/>
        <pc:sldMkLst>
          <pc:docMk/>
          <pc:sldMk cId="2776881059" sldId="271"/>
        </pc:sldMkLst>
        <pc:spChg chg="mod">
          <ac:chgData name="Romano, M. Carmen" userId="aa8fdb40-17a6-4858-bc4e-f32e31186fd2" providerId="ADAL" clId="{031BC534-EA96-5749-8E7F-33BB66CF9DF7}" dt="2025-02-09T07:36:36.950" v="1482" actId="207"/>
          <ac:spMkLst>
            <pc:docMk/>
            <pc:sldMk cId="2776881059" sldId="271"/>
            <ac:spMk id="2" creationId="{571CA4F5-4C27-85CE-4EDA-3E0B8A0C3E70}"/>
          </ac:spMkLst>
        </pc:spChg>
        <pc:spChg chg="mod">
          <ac:chgData name="Romano, M. Carmen" userId="aa8fdb40-17a6-4858-bc4e-f32e31186fd2" providerId="ADAL" clId="{031BC534-EA96-5749-8E7F-33BB66CF9DF7}" dt="2025-02-09T07:39:50.858" v="1803" actId="20577"/>
          <ac:spMkLst>
            <pc:docMk/>
            <pc:sldMk cId="2776881059" sldId="271"/>
            <ac:spMk id="3" creationId="{98C7121A-6FB4-8FD0-364A-56A0D4388466}"/>
          </ac:spMkLst>
        </pc:spChg>
        <pc:picChg chg="add mod">
          <ac:chgData name="Romano, M. Carmen" userId="aa8fdb40-17a6-4858-bc4e-f32e31186fd2" providerId="ADAL" clId="{031BC534-EA96-5749-8E7F-33BB66CF9DF7}" dt="2025-02-09T07:38:17.122" v="1604" actId="1076"/>
          <ac:picMkLst>
            <pc:docMk/>
            <pc:sldMk cId="2776881059" sldId="271"/>
            <ac:picMk id="4" creationId="{F4538539-3BFA-8629-3846-B86C359341B7}"/>
          </ac:picMkLst>
        </pc:picChg>
      </pc:sldChg>
      <pc:sldChg chg="addSp modSp new mod modAnim">
        <pc:chgData name="Romano, M. Carmen" userId="aa8fdb40-17a6-4858-bc4e-f32e31186fd2" providerId="ADAL" clId="{031BC534-EA96-5749-8E7F-33BB66CF9DF7}" dt="2025-02-09T07:44:50.397" v="1996"/>
        <pc:sldMkLst>
          <pc:docMk/>
          <pc:sldMk cId="814018451" sldId="272"/>
        </pc:sldMkLst>
        <pc:spChg chg="mod">
          <ac:chgData name="Romano, M. Carmen" userId="aa8fdb40-17a6-4858-bc4e-f32e31186fd2" providerId="ADAL" clId="{031BC534-EA96-5749-8E7F-33BB66CF9DF7}" dt="2025-02-09T07:44:08.205" v="1988" actId="1076"/>
          <ac:spMkLst>
            <pc:docMk/>
            <pc:sldMk cId="814018451" sldId="272"/>
            <ac:spMk id="2" creationId="{762E8970-2817-B315-639E-C58744A76B2C}"/>
          </ac:spMkLst>
        </pc:spChg>
        <pc:spChg chg="mod">
          <ac:chgData name="Romano, M. Carmen" userId="aa8fdb40-17a6-4858-bc4e-f32e31186fd2" providerId="ADAL" clId="{031BC534-EA96-5749-8E7F-33BB66CF9DF7}" dt="2025-02-09T07:44:11.646" v="1989" actId="1076"/>
          <ac:spMkLst>
            <pc:docMk/>
            <pc:sldMk cId="814018451" sldId="272"/>
            <ac:spMk id="3" creationId="{2E8D4AB7-20CD-AA13-82A8-A2F3ECB966B0}"/>
          </ac:spMkLst>
        </pc:spChg>
        <pc:spChg chg="add mod">
          <ac:chgData name="Romano, M. Carmen" userId="aa8fdb40-17a6-4858-bc4e-f32e31186fd2" providerId="ADAL" clId="{031BC534-EA96-5749-8E7F-33BB66CF9DF7}" dt="2025-02-09T07:43:07.167" v="1971" actId="164"/>
          <ac:spMkLst>
            <pc:docMk/>
            <pc:sldMk cId="814018451" sldId="272"/>
            <ac:spMk id="6" creationId="{0D928E76-0B35-A93F-0FC2-57A9B8FA0E3E}"/>
          </ac:spMkLst>
        </pc:spChg>
        <pc:grpChg chg="add mod">
          <ac:chgData name="Romano, M. Carmen" userId="aa8fdb40-17a6-4858-bc4e-f32e31186fd2" providerId="ADAL" clId="{031BC534-EA96-5749-8E7F-33BB66CF9DF7}" dt="2025-02-09T07:44:18.647" v="1991" actId="1076"/>
          <ac:grpSpMkLst>
            <pc:docMk/>
            <pc:sldMk cId="814018451" sldId="272"/>
            <ac:grpSpMk id="7" creationId="{EB253B8A-717B-A4DE-3DD7-AB5E93D229F8}"/>
          </ac:grpSpMkLst>
        </pc:grpChg>
        <pc:picChg chg="add mod">
          <ac:chgData name="Romano, M. Carmen" userId="aa8fdb40-17a6-4858-bc4e-f32e31186fd2" providerId="ADAL" clId="{031BC534-EA96-5749-8E7F-33BB66CF9DF7}" dt="2025-02-09T07:44:13.968" v="1990" actId="1076"/>
          <ac:picMkLst>
            <pc:docMk/>
            <pc:sldMk cId="814018451" sldId="272"/>
            <ac:picMk id="4" creationId="{A3F70909-0AB9-C751-B19B-540D761C2C7E}"/>
          </ac:picMkLst>
        </pc:picChg>
        <pc:picChg chg="add mod">
          <ac:chgData name="Romano, M. Carmen" userId="aa8fdb40-17a6-4858-bc4e-f32e31186fd2" providerId="ADAL" clId="{031BC534-EA96-5749-8E7F-33BB66CF9DF7}" dt="2025-02-09T07:43:22.512" v="1983" actId="1038"/>
          <ac:picMkLst>
            <pc:docMk/>
            <pc:sldMk cId="814018451" sldId="272"/>
            <ac:picMk id="5" creationId="{B9517B3A-8B25-1383-A56B-C8A8F205AAA8}"/>
          </ac:picMkLst>
        </pc:picChg>
        <pc:picChg chg="add mod">
          <ac:chgData name="Romano, M. Carmen" userId="aa8fdb40-17a6-4858-bc4e-f32e31186fd2" providerId="ADAL" clId="{031BC534-EA96-5749-8E7F-33BB66CF9DF7}" dt="2025-02-09T07:44:21.545" v="1992" actId="1076"/>
          <ac:picMkLst>
            <pc:docMk/>
            <pc:sldMk cId="814018451" sldId="272"/>
            <ac:picMk id="8" creationId="{EAD3B610-944F-4B75-48DA-5D5319290407}"/>
          </ac:picMkLst>
        </pc:picChg>
      </pc:sldChg>
      <pc:sldChg chg="addSp modSp new mod modAnim">
        <pc:chgData name="Romano, M. Carmen" userId="aa8fdb40-17a6-4858-bc4e-f32e31186fd2" providerId="ADAL" clId="{031BC534-EA96-5749-8E7F-33BB66CF9DF7}" dt="2025-02-09T07:55:24.358" v="2239"/>
        <pc:sldMkLst>
          <pc:docMk/>
          <pc:sldMk cId="3301979027" sldId="273"/>
        </pc:sldMkLst>
        <pc:spChg chg="mod">
          <ac:chgData name="Romano, M. Carmen" userId="aa8fdb40-17a6-4858-bc4e-f32e31186fd2" providerId="ADAL" clId="{031BC534-EA96-5749-8E7F-33BB66CF9DF7}" dt="2025-02-09T07:50:35.947" v="2125" actId="1076"/>
          <ac:spMkLst>
            <pc:docMk/>
            <pc:sldMk cId="3301979027" sldId="273"/>
            <ac:spMk id="2" creationId="{961563E5-9AAA-10C6-900E-7F86EEA98DEB}"/>
          </ac:spMkLst>
        </pc:spChg>
        <pc:spChg chg="mod">
          <ac:chgData name="Romano, M. Carmen" userId="aa8fdb40-17a6-4858-bc4e-f32e31186fd2" providerId="ADAL" clId="{031BC534-EA96-5749-8E7F-33BB66CF9DF7}" dt="2025-02-09T07:48:30.927" v="2089" actId="20577"/>
          <ac:spMkLst>
            <pc:docMk/>
            <pc:sldMk cId="3301979027" sldId="273"/>
            <ac:spMk id="3" creationId="{31D156AB-54B3-709B-0862-2AA933E9E8A4}"/>
          </ac:spMkLst>
        </pc:spChg>
        <pc:spChg chg="add mod">
          <ac:chgData name="Romano, M. Carmen" userId="aa8fdb40-17a6-4858-bc4e-f32e31186fd2" providerId="ADAL" clId="{031BC534-EA96-5749-8E7F-33BB66CF9DF7}" dt="2025-02-09T07:50:16.065" v="2121" actId="164"/>
          <ac:spMkLst>
            <pc:docMk/>
            <pc:sldMk cId="3301979027" sldId="273"/>
            <ac:spMk id="7" creationId="{94ADEC07-BDDA-071E-CFF0-6D110FBAE766}"/>
          </ac:spMkLst>
        </pc:spChg>
        <pc:spChg chg="add mod">
          <ac:chgData name="Romano, M. Carmen" userId="aa8fdb40-17a6-4858-bc4e-f32e31186fd2" providerId="ADAL" clId="{031BC534-EA96-5749-8E7F-33BB66CF9DF7}" dt="2025-02-09T07:50:20.460" v="2122" actId="164"/>
          <ac:spMkLst>
            <pc:docMk/>
            <pc:sldMk cId="3301979027" sldId="273"/>
            <ac:spMk id="10" creationId="{483FD994-0C85-5431-8138-608D4B500A4D}"/>
          </ac:spMkLst>
        </pc:spChg>
        <pc:spChg chg="add mod">
          <ac:chgData name="Romano, M. Carmen" userId="aa8fdb40-17a6-4858-bc4e-f32e31186fd2" providerId="ADAL" clId="{031BC534-EA96-5749-8E7F-33BB66CF9DF7}" dt="2025-02-09T07:54:55.112" v="2235" actId="1076"/>
          <ac:spMkLst>
            <pc:docMk/>
            <pc:sldMk cId="3301979027" sldId="273"/>
            <ac:spMk id="13" creationId="{5FF109DB-D6F1-078C-92B7-69410579DCBD}"/>
          </ac:spMkLst>
        </pc:spChg>
        <pc:grpChg chg="add mod">
          <ac:chgData name="Romano, M. Carmen" userId="aa8fdb40-17a6-4858-bc4e-f32e31186fd2" providerId="ADAL" clId="{031BC534-EA96-5749-8E7F-33BB66CF9DF7}" dt="2025-02-09T07:50:16.065" v="2121" actId="164"/>
          <ac:grpSpMkLst>
            <pc:docMk/>
            <pc:sldMk cId="3301979027" sldId="273"/>
            <ac:grpSpMk id="11" creationId="{DE1D221C-2D26-11E1-8ED8-BE6F8A402B58}"/>
          </ac:grpSpMkLst>
        </pc:grpChg>
        <pc:grpChg chg="add mod">
          <ac:chgData name="Romano, M. Carmen" userId="aa8fdb40-17a6-4858-bc4e-f32e31186fd2" providerId="ADAL" clId="{031BC534-EA96-5749-8E7F-33BB66CF9DF7}" dt="2025-02-09T07:50:20.460" v="2122" actId="164"/>
          <ac:grpSpMkLst>
            <pc:docMk/>
            <pc:sldMk cId="3301979027" sldId="273"/>
            <ac:grpSpMk id="12" creationId="{DBFC1272-4540-60DC-76E0-5F34FB8F38AD}"/>
          </ac:grpSpMkLst>
        </pc:grpChg>
        <pc:picChg chg="add mod">
          <ac:chgData name="Romano, M. Carmen" userId="aa8fdb40-17a6-4858-bc4e-f32e31186fd2" providerId="ADAL" clId="{031BC534-EA96-5749-8E7F-33BB66CF9DF7}" dt="2025-02-09T07:49:01.979" v="2094" actId="1076"/>
          <ac:picMkLst>
            <pc:docMk/>
            <pc:sldMk cId="3301979027" sldId="273"/>
            <ac:picMk id="4" creationId="{84514996-17F2-B738-D4A2-9DA9C2EAA4D2}"/>
          </ac:picMkLst>
        </pc:picChg>
        <pc:picChg chg="add mod">
          <ac:chgData name="Romano, M. Carmen" userId="aa8fdb40-17a6-4858-bc4e-f32e31186fd2" providerId="ADAL" clId="{031BC534-EA96-5749-8E7F-33BB66CF9DF7}" dt="2025-02-09T07:54:57.718" v="2236" actId="1076"/>
          <ac:picMkLst>
            <pc:docMk/>
            <pc:sldMk cId="3301979027" sldId="273"/>
            <ac:picMk id="14" creationId="{1ABA35AE-679D-19D1-D11A-2DA6B8BA209F}"/>
          </ac:picMkLst>
        </pc:picChg>
        <pc:cxnChg chg="add mod">
          <ac:chgData name="Romano, M. Carmen" userId="aa8fdb40-17a6-4858-bc4e-f32e31186fd2" providerId="ADAL" clId="{031BC534-EA96-5749-8E7F-33BB66CF9DF7}" dt="2025-02-09T07:50:16.065" v="2121" actId="164"/>
          <ac:cxnSpMkLst>
            <pc:docMk/>
            <pc:sldMk cId="3301979027" sldId="273"/>
            <ac:cxnSpMk id="6" creationId="{FAAFBF32-A06B-75A5-4A46-33E24B4E1C0A}"/>
          </ac:cxnSpMkLst>
        </pc:cxnChg>
        <pc:cxnChg chg="add mod">
          <ac:chgData name="Romano, M. Carmen" userId="aa8fdb40-17a6-4858-bc4e-f32e31186fd2" providerId="ADAL" clId="{031BC534-EA96-5749-8E7F-33BB66CF9DF7}" dt="2025-02-09T07:50:20.460" v="2122" actId="164"/>
          <ac:cxnSpMkLst>
            <pc:docMk/>
            <pc:sldMk cId="3301979027" sldId="273"/>
            <ac:cxnSpMk id="9" creationId="{1ACCCC7F-1F51-2165-F6C1-6E98E5047CDC}"/>
          </ac:cxnSpMkLst>
        </pc:cxnChg>
      </pc:sldChg>
      <pc:sldChg chg="addSp delSp modSp new mod modAnim">
        <pc:chgData name="Romano, M. Carmen" userId="aa8fdb40-17a6-4858-bc4e-f32e31186fd2" providerId="ADAL" clId="{031BC534-EA96-5749-8E7F-33BB66CF9DF7}" dt="2025-02-09T08:03:52.466" v="2492"/>
        <pc:sldMkLst>
          <pc:docMk/>
          <pc:sldMk cId="595584198" sldId="274"/>
        </pc:sldMkLst>
        <pc:spChg chg="mod">
          <ac:chgData name="Romano, M. Carmen" userId="aa8fdb40-17a6-4858-bc4e-f32e31186fd2" providerId="ADAL" clId="{031BC534-EA96-5749-8E7F-33BB66CF9DF7}" dt="2025-02-09T07:52:48.088" v="2229" actId="207"/>
          <ac:spMkLst>
            <pc:docMk/>
            <pc:sldMk cId="595584198" sldId="274"/>
            <ac:spMk id="2" creationId="{11DAF249-8B7C-4C54-435F-27739A2AF1DD}"/>
          </ac:spMkLst>
        </pc:spChg>
        <pc:spChg chg="add mod">
          <ac:chgData name="Romano, M. Carmen" userId="aa8fdb40-17a6-4858-bc4e-f32e31186fd2" providerId="ADAL" clId="{031BC534-EA96-5749-8E7F-33BB66CF9DF7}" dt="2025-02-09T08:03:34.745" v="2488" actId="164"/>
          <ac:spMkLst>
            <pc:docMk/>
            <pc:sldMk cId="595584198" sldId="274"/>
            <ac:spMk id="6" creationId="{4E96D6C9-236C-3F2E-D3E0-022B1B3A8D68}"/>
          </ac:spMkLst>
        </pc:spChg>
        <pc:spChg chg="add mod">
          <ac:chgData name="Romano, M. Carmen" userId="aa8fdb40-17a6-4858-bc4e-f32e31186fd2" providerId="ADAL" clId="{031BC534-EA96-5749-8E7F-33BB66CF9DF7}" dt="2025-02-09T08:02:59.684" v="2484" actId="20577"/>
          <ac:spMkLst>
            <pc:docMk/>
            <pc:sldMk cId="595584198" sldId="274"/>
            <ac:spMk id="9" creationId="{B9FC66A5-07AC-F6DE-2231-4AF540E203ED}"/>
          </ac:spMkLst>
        </pc:spChg>
        <pc:grpChg chg="add mod">
          <ac:chgData name="Romano, M. Carmen" userId="aa8fdb40-17a6-4858-bc4e-f32e31186fd2" providerId="ADAL" clId="{031BC534-EA96-5749-8E7F-33BB66CF9DF7}" dt="2025-02-09T08:03:34.745" v="2488" actId="164"/>
          <ac:grpSpMkLst>
            <pc:docMk/>
            <pc:sldMk cId="595584198" sldId="274"/>
            <ac:grpSpMk id="11" creationId="{14B5929A-F1F0-2F60-CF9D-E6A2C82D8DC7}"/>
          </ac:grpSpMkLst>
        </pc:grpChg>
        <pc:picChg chg="add mod">
          <ac:chgData name="Romano, M. Carmen" userId="aa8fdb40-17a6-4858-bc4e-f32e31186fd2" providerId="ADAL" clId="{031BC534-EA96-5749-8E7F-33BB66CF9DF7}" dt="2025-02-09T07:57:26.067" v="2243" actId="1076"/>
          <ac:picMkLst>
            <pc:docMk/>
            <pc:sldMk cId="595584198" sldId="274"/>
            <ac:picMk id="4" creationId="{31CEDD0E-C8CF-C77E-AF2B-5BC31A2602C0}"/>
          </ac:picMkLst>
        </pc:picChg>
        <pc:picChg chg="add mod">
          <ac:chgData name="Romano, M. Carmen" userId="aa8fdb40-17a6-4858-bc4e-f32e31186fd2" providerId="ADAL" clId="{031BC534-EA96-5749-8E7F-33BB66CF9DF7}" dt="2025-02-09T08:03:34.745" v="2488" actId="164"/>
          <ac:picMkLst>
            <pc:docMk/>
            <pc:sldMk cId="595584198" sldId="274"/>
            <ac:picMk id="5" creationId="{F01D4E01-FB1E-D00C-5FCD-DEB08830A0C4}"/>
          </ac:picMkLst>
        </pc:picChg>
        <pc:picChg chg="add mod">
          <ac:chgData name="Romano, M. Carmen" userId="aa8fdb40-17a6-4858-bc4e-f32e31186fd2" providerId="ADAL" clId="{031BC534-EA96-5749-8E7F-33BB66CF9DF7}" dt="2025-02-09T08:03:25.447" v="2487" actId="1076"/>
          <ac:picMkLst>
            <pc:docMk/>
            <pc:sldMk cId="595584198" sldId="274"/>
            <ac:picMk id="10" creationId="{49EBE515-8B2A-996F-DA56-051F195224BA}"/>
          </ac:picMkLst>
        </pc:picChg>
      </pc:sldChg>
      <pc:sldChg chg="addSp delSp modSp new mod">
        <pc:chgData name="Romano, M. Carmen" userId="aa8fdb40-17a6-4858-bc4e-f32e31186fd2" providerId="ADAL" clId="{031BC534-EA96-5749-8E7F-33BB66CF9DF7}" dt="2025-02-09T08:10:27.124" v="2598" actId="1076"/>
        <pc:sldMkLst>
          <pc:docMk/>
          <pc:sldMk cId="2759897256" sldId="275"/>
        </pc:sldMkLst>
        <pc:spChg chg="mod">
          <ac:chgData name="Romano, M. Carmen" userId="aa8fdb40-17a6-4858-bc4e-f32e31186fd2" providerId="ADAL" clId="{031BC534-EA96-5749-8E7F-33BB66CF9DF7}" dt="2025-02-09T08:07:20.847" v="2510" actId="20577"/>
          <ac:spMkLst>
            <pc:docMk/>
            <pc:sldMk cId="2759897256" sldId="275"/>
            <ac:spMk id="2" creationId="{D5104AB4-F78C-8B57-86DC-49D42432A9DB}"/>
          </ac:spMkLst>
        </pc:spChg>
        <pc:spChg chg="add mod">
          <ac:chgData name="Romano, M. Carmen" userId="aa8fdb40-17a6-4858-bc4e-f32e31186fd2" providerId="ADAL" clId="{031BC534-EA96-5749-8E7F-33BB66CF9DF7}" dt="2025-02-09T08:10:16.254" v="2594" actId="1076"/>
          <ac:spMkLst>
            <pc:docMk/>
            <pc:sldMk cId="2759897256" sldId="275"/>
            <ac:spMk id="6" creationId="{9EA078D4-6B59-E103-4750-4E2B04FFD087}"/>
          </ac:spMkLst>
        </pc:spChg>
        <pc:picChg chg="add mod">
          <ac:chgData name="Romano, M. Carmen" userId="aa8fdb40-17a6-4858-bc4e-f32e31186fd2" providerId="ADAL" clId="{031BC534-EA96-5749-8E7F-33BB66CF9DF7}" dt="2025-02-09T08:10:23.232" v="2597" actId="1076"/>
          <ac:picMkLst>
            <pc:docMk/>
            <pc:sldMk cId="2759897256" sldId="275"/>
            <ac:picMk id="4" creationId="{7CCC591C-6167-31FD-D892-B45201ACBBA8}"/>
          </ac:picMkLst>
        </pc:picChg>
        <pc:picChg chg="add mod">
          <ac:chgData name="Romano, M. Carmen" userId="aa8fdb40-17a6-4858-bc4e-f32e31186fd2" providerId="ADAL" clId="{031BC534-EA96-5749-8E7F-33BB66CF9DF7}" dt="2025-02-09T08:10:27.124" v="2598" actId="1076"/>
          <ac:picMkLst>
            <pc:docMk/>
            <pc:sldMk cId="2759897256" sldId="275"/>
            <ac:picMk id="5" creationId="{2BD637E6-74B8-6C4A-D816-FAFDF691DC3F}"/>
          </ac:picMkLst>
        </pc:picChg>
      </pc:sldChg>
      <pc:sldChg chg="addSp delSp modSp new mod">
        <pc:chgData name="Romano, M. Carmen" userId="aa8fdb40-17a6-4858-bc4e-f32e31186fd2" providerId="ADAL" clId="{031BC534-EA96-5749-8E7F-33BB66CF9DF7}" dt="2025-02-09T08:21:00.977" v="2807" actId="1076"/>
        <pc:sldMkLst>
          <pc:docMk/>
          <pc:sldMk cId="640689457" sldId="276"/>
        </pc:sldMkLst>
        <pc:spChg chg="mod">
          <ac:chgData name="Romano, M. Carmen" userId="aa8fdb40-17a6-4858-bc4e-f32e31186fd2" providerId="ADAL" clId="{031BC534-EA96-5749-8E7F-33BB66CF9DF7}" dt="2025-02-09T08:11:49.592" v="2680" actId="207"/>
          <ac:spMkLst>
            <pc:docMk/>
            <pc:sldMk cId="640689457" sldId="276"/>
            <ac:spMk id="2" creationId="{300C3C4D-0615-CAD7-959F-AB63FE9C78C2}"/>
          </ac:spMkLst>
        </pc:spChg>
        <pc:spChg chg="add mod">
          <ac:chgData name="Romano, M. Carmen" userId="aa8fdb40-17a6-4858-bc4e-f32e31186fd2" providerId="ADAL" clId="{031BC534-EA96-5749-8E7F-33BB66CF9DF7}" dt="2025-02-09T08:21:00.977" v="2807" actId="1076"/>
          <ac:spMkLst>
            <pc:docMk/>
            <pc:sldMk cId="640689457" sldId="276"/>
            <ac:spMk id="8" creationId="{E67913BF-BD7F-D301-C96C-547944D3AC6C}"/>
          </ac:spMkLst>
        </pc:spChg>
        <pc:picChg chg="add mod">
          <ac:chgData name="Romano, M. Carmen" userId="aa8fdb40-17a6-4858-bc4e-f32e31186fd2" providerId="ADAL" clId="{031BC534-EA96-5749-8E7F-33BB66CF9DF7}" dt="2025-02-09T08:20:32.223" v="2727" actId="1035"/>
          <ac:picMkLst>
            <pc:docMk/>
            <pc:sldMk cId="640689457" sldId="276"/>
            <ac:picMk id="4" creationId="{286B98D7-9C6B-5601-3DE6-AF69B4E3D251}"/>
          </ac:picMkLst>
        </pc:picChg>
        <pc:picChg chg="add mod">
          <ac:chgData name="Romano, M. Carmen" userId="aa8fdb40-17a6-4858-bc4e-f32e31186fd2" providerId="ADAL" clId="{031BC534-EA96-5749-8E7F-33BB66CF9DF7}" dt="2025-02-09T08:20:07.772" v="2726" actId="1038"/>
          <ac:picMkLst>
            <pc:docMk/>
            <pc:sldMk cId="640689457" sldId="276"/>
            <ac:picMk id="5" creationId="{6EAF0529-0A73-5955-037C-0F1C42E51D82}"/>
          </ac:picMkLst>
        </pc:picChg>
        <pc:picChg chg="add mod">
          <ac:chgData name="Romano, M. Carmen" userId="aa8fdb40-17a6-4858-bc4e-f32e31186fd2" providerId="ADAL" clId="{031BC534-EA96-5749-8E7F-33BB66CF9DF7}" dt="2025-02-09T08:19:57.252" v="2717" actId="14100"/>
          <ac:picMkLst>
            <pc:docMk/>
            <pc:sldMk cId="640689457" sldId="276"/>
            <ac:picMk id="7" creationId="{E28E1327-1E4A-BB63-5BC9-6D184BFBADA7}"/>
          </ac:picMkLst>
        </pc:picChg>
      </pc:sldChg>
      <pc:sldChg chg="addSp delSp modSp new mod">
        <pc:chgData name="Romano, M. Carmen" userId="aa8fdb40-17a6-4858-bc4e-f32e31186fd2" providerId="ADAL" clId="{031BC534-EA96-5749-8E7F-33BB66CF9DF7}" dt="2025-02-09T08:26:59.393" v="3232" actId="207"/>
        <pc:sldMkLst>
          <pc:docMk/>
          <pc:sldMk cId="1783114344" sldId="277"/>
        </pc:sldMkLst>
        <pc:spChg chg="mod">
          <ac:chgData name="Romano, M. Carmen" userId="aa8fdb40-17a6-4858-bc4e-f32e31186fd2" providerId="ADAL" clId="{031BC534-EA96-5749-8E7F-33BB66CF9DF7}" dt="2025-02-09T08:18:06.869" v="2702"/>
          <ac:spMkLst>
            <pc:docMk/>
            <pc:sldMk cId="1783114344" sldId="277"/>
            <ac:spMk id="2" creationId="{F1F7DC2E-6944-40C5-E956-DA76E39E28AB}"/>
          </ac:spMkLst>
        </pc:spChg>
        <pc:spChg chg="add mod">
          <ac:chgData name="Romano, M. Carmen" userId="aa8fdb40-17a6-4858-bc4e-f32e31186fd2" providerId="ADAL" clId="{031BC534-EA96-5749-8E7F-33BB66CF9DF7}" dt="2025-02-09T08:26:59.393" v="3232" actId="207"/>
          <ac:spMkLst>
            <pc:docMk/>
            <pc:sldMk cId="1783114344" sldId="277"/>
            <ac:spMk id="5" creationId="{F8660249-51A3-55C9-288E-1DE7835FE994}"/>
          </ac:spMkLst>
        </pc:spChg>
        <pc:picChg chg="add mod">
          <ac:chgData name="Romano, M. Carmen" userId="aa8fdb40-17a6-4858-bc4e-f32e31186fd2" providerId="ADAL" clId="{031BC534-EA96-5749-8E7F-33BB66CF9DF7}" dt="2025-02-09T08:18:14.129" v="2705" actId="1076"/>
          <ac:picMkLst>
            <pc:docMk/>
            <pc:sldMk cId="1783114344" sldId="277"/>
            <ac:picMk id="4" creationId="{E323A15E-BA1D-F67A-AEBA-319BBE3BC1C8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8:56:00.171" v="3872" actId="20577"/>
        <pc:sldMkLst>
          <pc:docMk/>
          <pc:sldMk cId="2053901666" sldId="278"/>
        </pc:sldMkLst>
        <pc:spChg chg="mod">
          <ac:chgData name="Romano, M. Carmen" userId="aa8fdb40-17a6-4858-bc4e-f32e31186fd2" providerId="ADAL" clId="{031BC534-EA96-5749-8E7F-33BB66CF9DF7}" dt="2025-02-09T08:29:57.262" v="3280" actId="207"/>
          <ac:spMkLst>
            <pc:docMk/>
            <pc:sldMk cId="2053901666" sldId="278"/>
            <ac:spMk id="2" creationId="{0B29B1D8-AF47-2838-E8CB-95B3283B8522}"/>
          </ac:spMkLst>
        </pc:spChg>
        <pc:spChg chg="mod">
          <ac:chgData name="Romano, M. Carmen" userId="aa8fdb40-17a6-4858-bc4e-f32e31186fd2" providerId="ADAL" clId="{031BC534-EA96-5749-8E7F-33BB66CF9DF7}" dt="2025-02-09T08:56:00.171" v="3872" actId="20577"/>
          <ac:spMkLst>
            <pc:docMk/>
            <pc:sldMk cId="2053901666" sldId="278"/>
            <ac:spMk id="3" creationId="{CA135691-6C31-2944-DC21-0036754631A9}"/>
          </ac:spMkLst>
        </pc:spChg>
        <pc:spChg chg="add mod">
          <ac:chgData name="Romano, M. Carmen" userId="aa8fdb40-17a6-4858-bc4e-f32e31186fd2" providerId="ADAL" clId="{031BC534-EA96-5749-8E7F-33BB66CF9DF7}" dt="2025-02-09T08:54:35.734" v="3818" actId="207"/>
          <ac:spMkLst>
            <pc:docMk/>
            <pc:sldMk cId="2053901666" sldId="278"/>
            <ac:spMk id="6" creationId="{12EDB7E2-622D-19E5-F543-6E299F5A2AFE}"/>
          </ac:spMkLst>
        </pc:spChg>
        <pc:picChg chg="add mod">
          <ac:chgData name="Romano, M. Carmen" userId="aa8fdb40-17a6-4858-bc4e-f32e31186fd2" providerId="ADAL" clId="{031BC534-EA96-5749-8E7F-33BB66CF9DF7}" dt="2025-02-09T08:51:23.035" v="3569" actId="1076"/>
          <ac:picMkLst>
            <pc:docMk/>
            <pc:sldMk cId="2053901666" sldId="278"/>
            <ac:picMk id="4" creationId="{8541A550-A47A-41C8-358A-1556B32D719F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8:58:45.413" v="4041"/>
        <pc:sldMkLst>
          <pc:docMk/>
          <pc:sldMk cId="1559182119" sldId="279"/>
        </pc:sldMkLst>
        <pc:spChg chg="mod">
          <ac:chgData name="Romano, M. Carmen" userId="aa8fdb40-17a6-4858-bc4e-f32e31186fd2" providerId="ADAL" clId="{031BC534-EA96-5749-8E7F-33BB66CF9DF7}" dt="2025-02-09T08:57:01.552" v="3929" actId="207"/>
          <ac:spMkLst>
            <pc:docMk/>
            <pc:sldMk cId="1559182119" sldId="279"/>
            <ac:spMk id="2" creationId="{34877C71-F7B3-C782-EC9E-C73B5F19D2DD}"/>
          </ac:spMkLst>
        </pc:spChg>
        <pc:spChg chg="add mod">
          <ac:chgData name="Romano, M. Carmen" userId="aa8fdb40-17a6-4858-bc4e-f32e31186fd2" providerId="ADAL" clId="{031BC534-EA96-5749-8E7F-33BB66CF9DF7}" dt="2025-02-09T08:58:37.366" v="4040" actId="207"/>
          <ac:spMkLst>
            <pc:docMk/>
            <pc:sldMk cId="1559182119" sldId="279"/>
            <ac:spMk id="5" creationId="{34170969-9AF6-8F6B-704F-7E071CFAA04F}"/>
          </ac:spMkLst>
        </pc:spChg>
        <pc:picChg chg="add mod">
          <ac:chgData name="Romano, M. Carmen" userId="aa8fdb40-17a6-4858-bc4e-f32e31186fd2" providerId="ADAL" clId="{031BC534-EA96-5749-8E7F-33BB66CF9DF7}" dt="2025-02-09T08:57:19.612" v="3932" actId="1076"/>
          <ac:picMkLst>
            <pc:docMk/>
            <pc:sldMk cId="1559182119" sldId="279"/>
            <ac:picMk id="4" creationId="{CE937F1C-EAC5-33AE-D8A3-959E82FCBDB0}"/>
          </ac:picMkLst>
        </pc:picChg>
      </pc:sldChg>
      <pc:sldChg chg="addSp delSp modSp new mod modAnim">
        <pc:chgData name="Romano, M. Carmen" userId="aa8fdb40-17a6-4858-bc4e-f32e31186fd2" providerId="ADAL" clId="{031BC534-EA96-5749-8E7F-33BB66CF9DF7}" dt="2025-02-09T09:03:44.772" v="4170" actId="1076"/>
        <pc:sldMkLst>
          <pc:docMk/>
          <pc:sldMk cId="961991135" sldId="280"/>
        </pc:sldMkLst>
        <pc:spChg chg="mod">
          <ac:chgData name="Romano, M. Carmen" userId="aa8fdb40-17a6-4858-bc4e-f32e31186fd2" providerId="ADAL" clId="{031BC534-EA96-5749-8E7F-33BB66CF9DF7}" dt="2025-02-09T08:59:29.699" v="4043"/>
          <ac:spMkLst>
            <pc:docMk/>
            <pc:sldMk cId="961991135" sldId="280"/>
            <ac:spMk id="2" creationId="{A9987E5F-F581-937D-2760-C9C6BCE03CCA}"/>
          </ac:spMkLst>
        </pc:spChg>
        <pc:spChg chg="add mod">
          <ac:chgData name="Romano, M. Carmen" userId="aa8fdb40-17a6-4858-bc4e-f32e31186fd2" providerId="ADAL" clId="{031BC534-EA96-5749-8E7F-33BB66CF9DF7}" dt="2025-02-09T09:01:43.432" v="4146" actId="1076"/>
          <ac:spMkLst>
            <pc:docMk/>
            <pc:sldMk cId="961991135" sldId="280"/>
            <ac:spMk id="5" creationId="{C50E3431-0132-DDDC-FDC4-8B54F340313C}"/>
          </ac:spMkLst>
        </pc:spChg>
        <pc:spChg chg="add mod">
          <ac:chgData name="Romano, M. Carmen" userId="aa8fdb40-17a6-4858-bc4e-f32e31186fd2" providerId="ADAL" clId="{031BC534-EA96-5749-8E7F-33BB66CF9DF7}" dt="2025-02-09T09:03:44.772" v="4170" actId="1076"/>
          <ac:spMkLst>
            <pc:docMk/>
            <pc:sldMk cId="961991135" sldId="280"/>
            <ac:spMk id="8" creationId="{8EA763D4-A042-0007-832E-222C4EF9B63B}"/>
          </ac:spMkLst>
        </pc:spChg>
        <pc:picChg chg="add mod">
          <ac:chgData name="Romano, M. Carmen" userId="aa8fdb40-17a6-4858-bc4e-f32e31186fd2" providerId="ADAL" clId="{031BC534-EA96-5749-8E7F-33BB66CF9DF7}" dt="2025-02-09T09:03:28.088" v="4166" actId="1076"/>
          <ac:picMkLst>
            <pc:docMk/>
            <pc:sldMk cId="961991135" sldId="280"/>
            <ac:picMk id="4" creationId="{F3512B5A-BDF9-B29E-D7AE-D0EA486B8846}"/>
          </ac:picMkLst>
        </pc:picChg>
        <pc:picChg chg="add mod">
          <ac:chgData name="Romano, M. Carmen" userId="aa8fdb40-17a6-4858-bc4e-f32e31186fd2" providerId="ADAL" clId="{031BC534-EA96-5749-8E7F-33BB66CF9DF7}" dt="2025-02-09T09:03:25.611" v="4165" actId="1076"/>
          <ac:picMkLst>
            <pc:docMk/>
            <pc:sldMk cId="961991135" sldId="280"/>
            <ac:picMk id="7" creationId="{1F4F5245-390B-FD16-7733-E67B5E1DB8EB}"/>
          </ac:picMkLst>
        </pc:picChg>
      </pc:sldChg>
      <pc:sldChg chg="modSp new mod">
        <pc:chgData name="Romano, M. Carmen" userId="aa8fdb40-17a6-4858-bc4e-f32e31186fd2" providerId="ADAL" clId="{031BC534-EA96-5749-8E7F-33BB66CF9DF7}" dt="2025-02-09T09:23:46.639" v="4432" actId="20577"/>
        <pc:sldMkLst>
          <pc:docMk/>
          <pc:sldMk cId="2723254922" sldId="281"/>
        </pc:sldMkLst>
        <pc:spChg chg="mod">
          <ac:chgData name="Romano, M. Carmen" userId="aa8fdb40-17a6-4858-bc4e-f32e31186fd2" providerId="ADAL" clId="{031BC534-EA96-5749-8E7F-33BB66CF9DF7}" dt="2025-02-09T09:05:41.754" v="4198" actId="207"/>
          <ac:spMkLst>
            <pc:docMk/>
            <pc:sldMk cId="2723254922" sldId="281"/>
            <ac:spMk id="2" creationId="{B07ED1B4-6E5D-0E9C-9270-300EE1FAEBB5}"/>
          </ac:spMkLst>
        </pc:spChg>
        <pc:spChg chg="mod">
          <ac:chgData name="Romano, M. Carmen" userId="aa8fdb40-17a6-4858-bc4e-f32e31186fd2" providerId="ADAL" clId="{031BC534-EA96-5749-8E7F-33BB66CF9DF7}" dt="2025-02-09T09:23:46.639" v="4432" actId="20577"/>
          <ac:spMkLst>
            <pc:docMk/>
            <pc:sldMk cId="2723254922" sldId="281"/>
            <ac:spMk id="3" creationId="{D7AB1D28-8CF0-6499-4F4A-FDCFA7E9C3FF}"/>
          </ac:spMkLst>
        </pc:spChg>
      </pc:sldChg>
    </pc:docChg>
  </pc:docChgLst>
  <pc:docChgLst>
    <pc:chgData name="Romano, M. Carmen" userId="aa8fdb40-17a6-4858-bc4e-f32e31186fd2" providerId="ADAL" clId="{536B8893-3976-1842-9CB2-EDD1B9AF7EB6}"/>
    <pc:docChg chg="custSel modSld">
      <pc:chgData name="Romano, M. Carmen" userId="aa8fdb40-17a6-4858-bc4e-f32e31186fd2" providerId="ADAL" clId="{536B8893-3976-1842-9CB2-EDD1B9AF7EB6}" dt="2025-04-08T07:05:59.384" v="25" actId="20577"/>
      <pc:docMkLst>
        <pc:docMk/>
      </pc:docMkLst>
      <pc:sldChg chg="modSp mod">
        <pc:chgData name="Romano, M. Carmen" userId="aa8fdb40-17a6-4858-bc4e-f32e31186fd2" providerId="ADAL" clId="{536B8893-3976-1842-9CB2-EDD1B9AF7EB6}" dt="2025-04-08T06:39:39.869" v="16" actId="20577"/>
        <pc:sldMkLst>
          <pc:docMk/>
          <pc:sldMk cId="2620468576" sldId="261"/>
        </pc:sldMkLst>
        <pc:spChg chg="mod">
          <ac:chgData name="Romano, M. Carmen" userId="aa8fdb40-17a6-4858-bc4e-f32e31186fd2" providerId="ADAL" clId="{536B8893-3976-1842-9CB2-EDD1B9AF7EB6}" dt="2025-04-08T06:39:39.869" v="16" actId="20577"/>
          <ac:spMkLst>
            <pc:docMk/>
            <pc:sldMk cId="2620468576" sldId="261"/>
            <ac:spMk id="5" creationId="{A0D48C38-6EE5-065E-2174-33CAD144ED17}"/>
          </ac:spMkLst>
        </pc:spChg>
      </pc:sldChg>
      <pc:sldChg chg="modAnim">
        <pc:chgData name="Romano, M. Carmen" userId="aa8fdb40-17a6-4858-bc4e-f32e31186fd2" providerId="ADAL" clId="{536B8893-3976-1842-9CB2-EDD1B9AF7EB6}" dt="2025-04-08T06:42:00.764" v="20"/>
        <pc:sldMkLst>
          <pc:docMk/>
          <pc:sldMk cId="3483251801" sldId="265"/>
        </pc:sldMkLst>
      </pc:sldChg>
      <pc:sldChg chg="modAnim">
        <pc:chgData name="Romano, M. Carmen" userId="aa8fdb40-17a6-4858-bc4e-f32e31186fd2" providerId="ADAL" clId="{536B8893-3976-1842-9CB2-EDD1B9AF7EB6}" dt="2025-04-08T07:05:21.445" v="23"/>
        <pc:sldMkLst>
          <pc:docMk/>
          <pc:sldMk cId="1783114344" sldId="277"/>
        </pc:sldMkLst>
      </pc:sldChg>
      <pc:sldChg chg="modSp">
        <pc:chgData name="Romano, M. Carmen" userId="aa8fdb40-17a6-4858-bc4e-f32e31186fd2" providerId="ADAL" clId="{536B8893-3976-1842-9CB2-EDD1B9AF7EB6}" dt="2025-04-08T07:05:59.384" v="25" actId="20577"/>
        <pc:sldMkLst>
          <pc:docMk/>
          <pc:sldMk cId="2053901666" sldId="278"/>
        </pc:sldMkLst>
        <pc:spChg chg="mod">
          <ac:chgData name="Romano, M. Carmen" userId="aa8fdb40-17a6-4858-bc4e-f32e31186fd2" providerId="ADAL" clId="{536B8893-3976-1842-9CB2-EDD1B9AF7EB6}" dt="2025-04-08T07:05:59.384" v="25" actId="20577"/>
          <ac:spMkLst>
            <pc:docMk/>
            <pc:sldMk cId="2053901666" sldId="278"/>
            <ac:spMk id="6" creationId="{12EDB7E2-622D-19E5-F543-6E299F5A2A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DFFB3-53D5-A848-A620-27CCCBF3EE71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824C8-1BAB-CD4C-B99C-7DD40E71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1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824C8-1BAB-CD4C-B99C-7DD40E7136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3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FDFB-C303-886D-F799-4D9CEC955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73125-EE32-4A9F-83EB-858E5F07D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EF364-8F77-C68F-D050-5726D0DA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D535-7C37-F7FC-C520-D27D1E68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C3C2-1133-B154-A185-DC82BC11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AB1D-0C24-2C5E-7CF4-A265A198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AD91-7AEB-4450-F3C8-ED9C814A6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5BE1-B5FA-8B6A-EDAB-19038C4E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09042-B5FB-00D6-219E-699B8E01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7888-329C-EB71-0653-C0411F91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83AB-8E20-A6A0-57F5-97C0D4B5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AFF1E-9339-8FE1-A880-8AA12554E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46CBB-C100-B1A9-B8B2-C8A6B106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CDEC-B353-6C26-3BB7-6231F31B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1296C-0233-EC8D-6EAA-AD3A31FA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8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3C2E-58B3-40DC-7216-CAF1D838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2BD61-24F8-1365-A7F1-BDDFC3DF8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4D666-1510-F0F7-2122-D1EDB21B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28A17-9AAB-F297-61DB-FFD88F0C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5EB04-99FB-B9E6-7F43-D4556092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6067B-ED9D-AF21-4CC5-14A158DC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3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E70D-664E-29A5-68DB-204B3A99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F0703-D738-475F-2717-3B18A9270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32E24-B36E-E912-566D-002D761F2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41DBB-D0DF-10B2-43EF-D26110B7C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166D4-5A72-7E15-9619-554D9AF86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BF879-C9E8-6A50-C874-A43359BA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8DFC1-90FB-DB6D-BC10-0F21CE35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02D78-F6A3-5017-EE28-FA9ABF97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9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1782-B4ED-D867-C85B-76C23D9F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157EB-8195-E4C9-60A8-0D08847E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7049B-3620-E637-98FB-E9D1F6A2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1896C-2074-5092-D032-B49CF004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2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E28AF-74CA-59AB-F775-C258C8A9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6BC53-3A59-1A28-62AF-BFBE108D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90997-1635-4B44-1BEF-A2184C98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5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EF7A-DC79-CFF0-CEE0-5FF62632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714F5-1419-2A86-8581-9C3DB217E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99A37-870A-C349-9865-3385D5767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65F4A-58F7-369D-BF7A-574B8494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1ECF4-980F-9A2B-3241-AA7606E3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E864E-E262-831F-5A9C-38D7514D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0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D2A1-8C54-E170-3AE6-CD428CE9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7F149-2DAB-CFB1-9191-ED862D524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62D94-577A-3A1B-6C6B-C07B5EE7B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080C-C0E9-E2D9-716F-27F73CF5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A6EA5-9E8F-9201-346B-B2DB924E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C9FD8-D5D3-4C36-4126-E036BBA6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24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1B5-38B8-EC69-B7CC-0DCC8373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01860-C77B-4D8B-D819-9F97470C0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1D90C-3F69-8EF3-16A8-F9DCC72E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224E-2322-1813-98DD-9E4CEE62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052B5-3B29-619D-3ABD-6818E551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06EB5-6680-A7A1-D7B4-4F4354C64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763B3-8D81-C41B-9A70-9E7A4EC71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F0F4-BF48-38C4-8BCC-C41BBB38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A6821-1D06-CBED-8CF7-FF416A6A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715BE-0801-1A61-4520-54866054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0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B7B8C-D1D3-E031-8FF5-065689BE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1C12E-D185-D7FC-3654-6C344C6E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7547-970B-5771-6F4C-9FB0F8CAC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F44A3-FC87-F443-9787-6CE42637EAE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9D260-B33E-D21D-73AD-3C76EF826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23AC0-3C0F-75DB-3640-7E92BF04E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2FDCA-66BD-DD40-B5A0-0DDB3E81B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7395-ABEA-6734-208C-4C86651DC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55345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2116-6B18-69E6-26E0-5208F857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52ED-5F60-5CDD-7697-B8D43E94D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of association quantify degree of correlation between 2 variables but they do not tell us about their functional relationship.</a:t>
            </a:r>
          </a:p>
          <a:p>
            <a:r>
              <a:rPr lang="en-US" dirty="0"/>
              <a:t>Pizza delivery example: the temperature is negatively correlated with delivery time. But we cannot (yet) answer the question: if the delivery time is 32 min, what is the temperature?</a:t>
            </a:r>
          </a:p>
          <a:p>
            <a:r>
              <a:rPr lang="en-US" dirty="0"/>
              <a:t>Any association of interest might depend on more than 1 variable: e.g. temperature of the pizza might depend on delivery time and on the branch of restaurant it was delivered from.</a:t>
            </a:r>
          </a:p>
        </p:txBody>
      </p:sp>
    </p:spTree>
    <p:extLst>
      <p:ext uri="{BB962C8B-B14F-4D97-AF65-F5344CB8AC3E}">
        <p14:creationId xmlns:p14="http://schemas.microsoft.com/office/powerpoint/2010/main" val="72038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AFB8-B969-C73F-C611-6DB0DAB6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Linear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D66BA-B514-69A3-C3C4-3C11938E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96" y="1934441"/>
            <a:ext cx="4683799" cy="40230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395599-282D-6A03-F3D0-561C10548EEF}"/>
                  </a:ext>
                </a:extLst>
              </p:cNvPr>
              <p:cNvSpPr txBox="1"/>
              <p:nvPr/>
            </p:nvSpPr>
            <p:spPr>
              <a:xfrm>
                <a:off x="6096000" y="1413165"/>
                <a:ext cx="5613692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Scatter plot suggests linear relationship.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postulate 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: intercept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: slope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No straight line can pass through all observations, hence: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error</a:t>
                </a:r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395599-282D-6A03-F3D0-561C10548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13165"/>
                <a:ext cx="5613692" cy="4801314"/>
              </a:xfrm>
              <a:prstGeom prst="rect">
                <a:avLst/>
              </a:prstGeom>
              <a:blipFill>
                <a:blip r:embed="rId3"/>
                <a:stretch>
                  <a:fillRect l="-1580"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09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946302-8EF1-73DD-FD63-9BC203D43613}"/>
                  </a:ext>
                </a:extLst>
              </p:cNvPr>
              <p:cNvSpPr txBox="1"/>
              <p:nvPr/>
            </p:nvSpPr>
            <p:spPr>
              <a:xfrm>
                <a:off x="1039091" y="182475"/>
                <a:ext cx="9601200" cy="6432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2800" b="0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endParaRPr lang="en-GB" sz="2400" b="0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Suppose we have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observations of the random variables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,</a:t>
                </a:r>
                <a:r>
                  <a:rPr lang="en-GB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…, 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Then we can write: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Assumption: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are </a:t>
                </a:r>
                <a:r>
                  <a:rPr lang="en-US" sz="2400" dirty="0">
                    <a:solidFill>
                      <a:srgbClr val="00B050"/>
                    </a:solidFill>
                  </a:rPr>
                  <a:t>identically and independently distributed </a:t>
                </a:r>
                <a:r>
                  <a:rPr lang="en-US" sz="2400" dirty="0">
                    <a:solidFill>
                      <a:schemeClr val="tx1"/>
                    </a:solidFill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Notation: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response, response variable, dependent variable, outcome</a:t>
                </a: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covariate, regressor, independent variable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parameters of the model, regression coefficients</a:t>
                </a:r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Objective: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such that errors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are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minimised</a:t>
                </a:r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946302-8EF1-73DD-FD63-9BC203D43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91" y="182475"/>
                <a:ext cx="9601200" cy="6432530"/>
              </a:xfrm>
              <a:prstGeom prst="rect">
                <a:avLst/>
              </a:prstGeom>
              <a:blipFill>
                <a:blip r:embed="rId2"/>
                <a:stretch>
                  <a:fillRect l="-925" b="-1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02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39E1-1BB7-2FEB-6301-789C8CF2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Method of Least Squares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71105-7EE9-C2E2-C7F4-E785A108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216"/>
            <a:ext cx="6504517" cy="43296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D48C38-6EE5-065E-2174-33CAD144ED17}"/>
                  </a:ext>
                </a:extLst>
              </p:cNvPr>
              <p:cNvSpPr txBox="1"/>
              <p:nvPr/>
            </p:nvSpPr>
            <p:spPr>
              <a:xfrm>
                <a:off x="6976532" y="1721909"/>
                <a:ext cx="4907439" cy="1908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Fit line to data such that the sum of squared errors is </a:t>
                </a:r>
                <a:r>
                  <a:rPr lang="en-US" sz="2400" dirty="0" err="1"/>
                  <a:t>minimised</a:t>
                </a:r>
                <a:r>
                  <a:rPr lang="en-US" sz="2400" dirty="0"/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D48C38-6EE5-065E-2174-33CAD144E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532" y="1721909"/>
                <a:ext cx="4907439" cy="1908471"/>
              </a:xfrm>
              <a:prstGeom prst="rect">
                <a:avLst/>
              </a:prstGeom>
              <a:blipFill>
                <a:blip r:embed="rId3"/>
                <a:stretch>
                  <a:fillRect l="-2067" t="-24342" r="-517" b="-88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2692EE-49F3-EDC3-67D2-A15F3834442E}"/>
              </a:ext>
            </a:extLst>
          </p:cNvPr>
          <p:cNvCxnSpPr/>
          <p:nvPr/>
        </p:nvCxnSpPr>
        <p:spPr>
          <a:xfrm>
            <a:off x="8754533" y="3268133"/>
            <a:ext cx="0" cy="3622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F4C10-4B28-308D-3034-1FB76B617820}"/>
              </a:ext>
            </a:extLst>
          </p:cNvPr>
          <p:cNvSpPr txBox="1"/>
          <p:nvPr/>
        </p:nvSpPr>
        <p:spPr>
          <a:xfrm>
            <a:off x="8109452" y="3786866"/>
            <a:ext cx="118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observed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5258D0-6939-52E8-B848-1EFD31170220}"/>
              </a:ext>
            </a:extLst>
          </p:cNvPr>
          <p:cNvCxnSpPr/>
          <p:nvPr/>
        </p:nvCxnSpPr>
        <p:spPr>
          <a:xfrm>
            <a:off x="9855202" y="3302002"/>
            <a:ext cx="0" cy="3622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EC08EB-1447-10EF-2186-64BD78D9ED6B}"/>
              </a:ext>
            </a:extLst>
          </p:cNvPr>
          <p:cNvSpPr txBox="1"/>
          <p:nvPr/>
        </p:nvSpPr>
        <p:spPr>
          <a:xfrm>
            <a:off x="9311719" y="3786865"/>
            <a:ext cx="118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predicted value</a:t>
            </a:r>
          </a:p>
        </p:txBody>
      </p:sp>
    </p:spTree>
    <p:extLst>
      <p:ext uri="{BB962C8B-B14F-4D97-AF65-F5344CB8AC3E}">
        <p14:creationId xmlns:p14="http://schemas.microsoft.com/office/powerpoint/2010/main" val="262046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0E7-CEFF-C183-3FA1-EF422281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Method of Least Squares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76FFC-5414-C583-D0B4-A9DBB925BA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can be calculated that the values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that </a:t>
                </a:r>
                <a:r>
                  <a:rPr lang="en-US" dirty="0" err="1">
                    <a:solidFill>
                      <a:srgbClr val="FF0000"/>
                    </a:solidFill>
                  </a:rPr>
                  <a:t>minimise</a:t>
                </a:r>
                <a:r>
                  <a:rPr lang="en-US" dirty="0"/>
                  <a:t> the sum of squared errors are: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Notation:</a:t>
                </a:r>
                <a:r>
                  <a:rPr lang="en-US" dirty="0"/>
                  <a:t> the hat indicates that they are estimates.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76FFC-5414-C583-D0B4-A9DBB925BA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37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8AE8-A32D-E090-C960-D7EBEC9D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Method of Least Squares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08CF4-F93C-510C-50CD-C92FB84BCF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Fitted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</a:rPr>
                  <a:t>Residuals: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-(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08CF4-F93C-510C-50CD-C92FB84B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6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0F21-640A-91DC-F28D-93ADA0ECC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D649D-5705-9EC8-F5AD-191A04364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physiotherapist records the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(min) that each patient exercises and the time needed for recovery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(days):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D649D-5705-9EC8-F5AD-191A04364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652124-F63A-5318-C42E-1FAE57BE0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72" y="2678363"/>
            <a:ext cx="9242218" cy="1501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5EDDDF-8BD7-37B4-10F4-D5FB069CE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833" y="4314574"/>
            <a:ext cx="1638999" cy="598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BE57A-2B02-2FB8-2A86-A21565504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833" y="5093368"/>
            <a:ext cx="1595637" cy="59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41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49DB-589B-3FAA-F2D1-B3C64BDA6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estimate parameters for the linear regression we need: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DFDB4-5210-CAB9-3150-06B37D5C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46556"/>
            <a:ext cx="7065545" cy="42118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916DBC-5BB1-DEBE-1CF7-E20D6714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79" y="5307829"/>
            <a:ext cx="6518144" cy="1248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9A702C-963E-AEF0-6443-8EDA177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745" y="5544418"/>
            <a:ext cx="3876840" cy="775368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4943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815A66-295D-2FB5-E803-2DF1B7BF0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6" y="1164923"/>
            <a:ext cx="3876840" cy="775368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086179-D03C-C19A-50F4-62390A8FC488}"/>
              </a:ext>
            </a:extLst>
          </p:cNvPr>
          <p:cNvSpPr txBox="1"/>
          <p:nvPr/>
        </p:nvSpPr>
        <p:spPr>
          <a:xfrm>
            <a:off x="320843" y="3715351"/>
            <a:ext cx="112455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Interpretation: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increase of 1 min of exercise leads to a decrease of 1.22 days of recovery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Two patients who differ in 10 minutes in their exercise have a difference of 12.2 days in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a patient did not exercise at all, the model predicts a recovery time of 100.28 days. However, this is beyond the observation range and hence it is dangerous to extrapolate (we do not have evidence outside the observed range).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E54A5-D040-74D2-6886-F3D5307BD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792" y="14165"/>
            <a:ext cx="4908274" cy="433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5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7876-6D8D-686C-2D64-A15C6B7D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Properties of the linear regression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A04DE-A045-8833-C01E-66345D15F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only valid in observed interval.</a:t>
                </a:r>
              </a:p>
              <a:p>
                <a:r>
                  <a:rPr lang="en-US" dirty="0"/>
                  <a:t>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always lies on the regression line.</a:t>
                </a:r>
              </a:p>
              <a:p>
                <a:r>
                  <a:rPr lang="en-US" dirty="0"/>
                  <a:t>The sum of the residuals is equal to 0: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Relationship between slope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Bravais-Pearson correlation coefficient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Notice: positive slope means positive correlation coefficient, but a steeper slope does </a:t>
                </a:r>
                <a:r>
                  <a:rPr lang="en-US" b="1" dirty="0"/>
                  <a:t>not</a:t>
                </a:r>
                <a:r>
                  <a:rPr lang="en-US" dirty="0"/>
                  <a:t> mean that correlation coefficient is larger.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A04DE-A045-8833-C01E-66345D15F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81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1027-FF99-FA4C-6D4B-7406EC05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45" y="-8443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6811A-E227-15B9-2638-7E3BAD89D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4345" y="1244670"/>
                <a:ext cx="10515600" cy="56133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Variance decomposition</a:t>
                </a:r>
                <a:r>
                  <a:rPr lang="en-US" dirty="0"/>
                  <a:t>: one can show that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Ideally,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𝑆𝑄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𝐸𝑟𝑟𝑜𝑟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The larger this term, the larger the deviation from the regression line.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Quantify goodness of fit: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𝑆𝑄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𝐸𝑟𝑟𝑜𝑟</m:t>
                        </m:r>
                      </m:sub>
                    </m:sSub>
                  </m:oMath>
                </a14:m>
                <a:r>
                  <a:rPr lang="en-US" dirty="0"/>
                  <a:t> in relation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𝑆𝑄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6811A-E227-15B9-2638-7E3BAD89D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4345" y="1244670"/>
                <a:ext cx="10515600" cy="5613330"/>
              </a:xfrm>
              <a:blipFill>
                <a:blip r:embed="rId2"/>
                <a:stretch>
                  <a:fillRect l="-1206" t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91D31E3-CA7A-18CD-A1FC-3A936DEF0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418" y="1922316"/>
            <a:ext cx="6312714" cy="17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7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AFDC-E594-3160-3219-19F20C3F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Goodness of fit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9780E-623C-4654-6F86-ECAE323CF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36" y="1827172"/>
            <a:ext cx="5097105" cy="1325563"/>
          </a:xfrm>
          <a:prstGeom prst="rect">
            <a:avLst/>
          </a:prstGeom>
          <a:solidFill>
            <a:schemeClr val="accent6">
              <a:lumMod val="20000"/>
              <a:lumOff val="80000"/>
              <a:alpha val="45879"/>
            </a:schemeClr>
          </a:solidFill>
          <a:ln w="25400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891E6-B427-8B4D-BE7E-8C2A7CD4AFA5}"/>
                  </a:ext>
                </a:extLst>
              </p:cNvPr>
              <p:cNvSpPr txBox="1"/>
              <p:nvPr/>
            </p:nvSpPr>
            <p:spPr>
              <a:xfrm>
                <a:off x="4923568" y="3705266"/>
                <a:ext cx="20005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F891E6-B427-8B4D-BE7E-8C2A7CD4A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568" y="3705266"/>
                <a:ext cx="200054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E9155-3836-EEB0-69AA-97614D6A50A2}"/>
                  </a:ext>
                </a:extLst>
              </p:cNvPr>
              <p:cNvSpPr txBox="1"/>
              <p:nvPr/>
            </p:nvSpPr>
            <p:spPr>
              <a:xfrm>
                <a:off x="1788388" y="4587141"/>
                <a:ext cx="861522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closer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to 1, the better the fit, and the close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to 0, the worse the fit.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CE9155-3836-EEB0-69AA-97614D6A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388" y="4587141"/>
                <a:ext cx="8615224" cy="954107"/>
              </a:xfrm>
              <a:prstGeom prst="rect">
                <a:avLst/>
              </a:prstGeom>
              <a:blipFill>
                <a:blip r:embed="rId4"/>
                <a:stretch>
                  <a:fillRect l="-1471" t="-5195" r="-2059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6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0DF3-AD4A-B57E-E434-4662DF86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1" y="80332"/>
            <a:ext cx="3903133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Example: </a:t>
            </a:r>
            <a:r>
              <a:rPr lang="en-US" dirty="0"/>
              <a:t>exercise and recovery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F3240-325F-1D48-BFE9-041320E67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" y="148593"/>
            <a:ext cx="7399867" cy="4664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872DA3-F9E9-09A8-67C2-FFC9A494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2" y="5354739"/>
            <a:ext cx="7128934" cy="1089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4AA60-9349-F947-1D15-42FCCB256376}"/>
              </a:ext>
            </a:extLst>
          </p:cNvPr>
          <p:cNvSpPr txBox="1"/>
          <p:nvPr/>
        </p:nvSpPr>
        <p:spPr>
          <a:xfrm>
            <a:off x="8026401" y="4200577"/>
            <a:ext cx="403013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Reasonable but not perfect fit to the data: about 66% of the variability in the data can be explained by the fitted model. The rest is random error.</a:t>
            </a:r>
          </a:p>
        </p:txBody>
      </p:sp>
    </p:spTree>
    <p:extLst>
      <p:ext uri="{BB962C8B-B14F-4D97-AF65-F5344CB8AC3E}">
        <p14:creationId xmlns:p14="http://schemas.microsoft.com/office/powerpoint/2010/main" val="73756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64D3A2-0082-7848-BC72-24F7619D78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dirty="0">
                    <a:solidFill>
                      <a:srgbClr val="0070C0"/>
                    </a:solidFill>
                  </a:rPr>
                  <a:t>Relationship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000" dirty="0">
                    <a:solidFill>
                      <a:srgbClr val="FF0000"/>
                    </a:solidFill>
                  </a:rPr>
                  <a:t> </a:t>
                </a:r>
                <a:r>
                  <a:rPr lang="en-US" sz="4000" dirty="0">
                    <a:solidFill>
                      <a:srgbClr val="0070C0"/>
                    </a:solidFill>
                  </a:rPr>
                  <a:t>and Bravais-Pearson correlation coefficient </a:t>
                </a:r>
                <a14:m>
                  <m:oMath xmlns:m="http://schemas.openxmlformats.org/officeDocument/2006/math">
                    <m:r>
                      <a:rPr lang="en-GB" sz="4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64D3A2-0082-7848-BC72-24F7619D7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71" t="-6667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06EE54B-4BB6-4EFA-F434-253C866D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446" y="1897495"/>
            <a:ext cx="4952381" cy="19125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03D30-DE1E-4B68-97C1-4762336119B2}"/>
                  </a:ext>
                </a:extLst>
              </p:cNvPr>
              <p:cNvSpPr txBox="1"/>
              <p:nvPr/>
            </p:nvSpPr>
            <p:spPr>
              <a:xfrm>
                <a:off x="1399618" y="4613564"/>
                <a:ext cx="8950036" cy="859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the example before on exercise and recovery time,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=0.66</m:t>
                    </m:r>
                  </m:oMath>
                </a14:m>
                <a:r>
                  <a:rPr lang="en-US" sz="2400" dirty="0"/>
                  <a:t>, which means that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0.66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≅0.81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03D30-DE1E-4B68-97C1-476233611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618" y="4613564"/>
                <a:ext cx="8950036" cy="859018"/>
              </a:xfrm>
              <a:prstGeom prst="rect">
                <a:avLst/>
              </a:prstGeom>
              <a:blipFill>
                <a:blip r:embed="rId4"/>
                <a:stretch>
                  <a:fillRect l="-1133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06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A4F5-4C27-85CE-4EDA-3E0B8A0C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Linear regression with multiple covariates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7121A-6FB4-8FD0-364A-56A0D4388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extend our linear model to include more independent variables that affect our dependent variable: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the delivery time of the pizza could be influenced by the driver, amount of food ordered, the operator, whether it is a weekend or not,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38539-3BFA-8629-3846-B86C35934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600" y="2766290"/>
            <a:ext cx="6252841" cy="98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8970-2817-B315-639E-C58744A7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57" y="-1074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Multiple covariates: 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D4AB7-20CD-AA13-82A8-A2F3ECB96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584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we have a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observations.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D4AB7-20CD-AA13-82A8-A2F3ECB96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5847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3F70909-0AB9-C751-B19B-540D761C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43" y="1687381"/>
            <a:ext cx="5866499" cy="215149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B253B8A-717B-A4DE-3DD7-AB5E93D229F8}"/>
              </a:ext>
            </a:extLst>
          </p:cNvPr>
          <p:cNvGrpSpPr/>
          <p:nvPr/>
        </p:nvGrpSpPr>
        <p:grpSpPr>
          <a:xfrm>
            <a:off x="8509103" y="2037893"/>
            <a:ext cx="3014030" cy="1257611"/>
            <a:chOff x="8629198" y="2552966"/>
            <a:chExt cx="3014030" cy="12576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517B3A-8B25-1383-A56B-C8A8F205A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35092" y="3047422"/>
              <a:ext cx="2289465" cy="76315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928E76-0B35-A93F-0FC2-57A9B8FA0E3E}"/>
                </a:ext>
              </a:extLst>
            </p:cNvPr>
            <p:cNvSpPr txBox="1"/>
            <p:nvPr/>
          </p:nvSpPr>
          <p:spPr>
            <a:xfrm>
              <a:off x="8629198" y="2552966"/>
              <a:ext cx="301403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Short notation in matrix form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AD3B610-944F-4B75-48DA-5D5319290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43" y="4420731"/>
            <a:ext cx="10104967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1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63E5-9AAA-10C6-900E-7F86EEA9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41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Multiple covariates: matrix notation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156AB-54B3-709B-0862-2AA933E9E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Least squares</a:t>
                </a:r>
                <a:r>
                  <a:rPr lang="en-US" dirty="0"/>
                  <a:t> principle: </a:t>
                </a:r>
                <a:r>
                  <a:rPr lang="en-US" dirty="0" err="1"/>
                  <a:t>minimise</a:t>
                </a:r>
                <a:r>
                  <a:rPr lang="en-US" dirty="0"/>
                  <a:t> sum of squared errors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156AB-54B3-709B-0862-2AA933E9E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6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4514996-17F2-B738-D4A2-9DA9C2EA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332" y="2665942"/>
            <a:ext cx="3932767" cy="111349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E1D221C-2D26-11E1-8ED8-BE6F8A402B58}"/>
              </a:ext>
            </a:extLst>
          </p:cNvPr>
          <p:cNvGrpSpPr/>
          <p:nvPr/>
        </p:nvGrpSpPr>
        <p:grpSpPr>
          <a:xfrm>
            <a:off x="5030423" y="3429000"/>
            <a:ext cx="1182888" cy="976439"/>
            <a:chOff x="5030423" y="3429000"/>
            <a:chExt cx="1182888" cy="976439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AFBF32-A06B-75A5-4A46-33E24B4E1C0A}"/>
                </a:ext>
              </a:extLst>
            </p:cNvPr>
            <p:cNvCxnSpPr/>
            <p:nvPr/>
          </p:nvCxnSpPr>
          <p:spPr>
            <a:xfrm>
              <a:off x="5621867" y="3429000"/>
              <a:ext cx="0" cy="4995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ADEC07-BDDA-071E-CFF0-6D110FBAE766}"/>
                </a:ext>
              </a:extLst>
            </p:cNvPr>
            <p:cNvSpPr txBox="1"/>
            <p:nvPr/>
          </p:nvSpPr>
          <p:spPr>
            <a:xfrm>
              <a:off x="5030423" y="4036107"/>
              <a:ext cx="1182888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transpose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FC1272-4540-60DC-76E0-5F34FB8F38AD}"/>
              </a:ext>
            </a:extLst>
          </p:cNvPr>
          <p:cNvGrpSpPr/>
          <p:nvPr/>
        </p:nvGrpSpPr>
        <p:grpSpPr>
          <a:xfrm>
            <a:off x="6756400" y="3429000"/>
            <a:ext cx="1104601" cy="1113494"/>
            <a:chOff x="6756400" y="3429000"/>
            <a:chExt cx="1104601" cy="111349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CCCC7F-1F51-2165-F6C1-6E98E5047CDC}"/>
                </a:ext>
              </a:extLst>
            </p:cNvPr>
            <p:cNvCxnSpPr/>
            <p:nvPr/>
          </p:nvCxnSpPr>
          <p:spPr>
            <a:xfrm>
              <a:off x="6756400" y="3429000"/>
              <a:ext cx="575733" cy="6071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3FD994-0C85-5431-8138-608D4B500A4D}"/>
                </a:ext>
              </a:extLst>
            </p:cNvPr>
            <p:cNvSpPr txBox="1"/>
            <p:nvPr/>
          </p:nvSpPr>
          <p:spPr>
            <a:xfrm>
              <a:off x="6963832" y="4173162"/>
              <a:ext cx="89716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inverse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F109DB-D6F1-078C-92B7-69410579DCBD}"/>
              </a:ext>
            </a:extLst>
          </p:cNvPr>
          <p:cNvSpPr txBox="1"/>
          <p:nvPr/>
        </p:nvSpPr>
        <p:spPr>
          <a:xfrm>
            <a:off x="2880828" y="6314018"/>
            <a:ext cx="666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 to be seen in implementation notebook.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BA35AE-679D-19D1-D11A-2DA6B8BA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07" y="4919440"/>
            <a:ext cx="11315408" cy="88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7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4AB4-F78C-8B57-86DC-49D42432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Multiple covariates: vector notation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C591C-6167-31FD-D892-B45201AC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981" y="2610029"/>
            <a:ext cx="7988992" cy="1172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D637E6-74B8-6C4A-D816-FAFDF691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981" y="4139088"/>
            <a:ext cx="4550848" cy="685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A078D4-6B59-E103-4750-4E2B04FFD087}"/>
              </a:ext>
            </a:extLst>
          </p:cNvPr>
          <p:cNvSpPr txBox="1"/>
          <p:nvPr/>
        </p:nvSpPr>
        <p:spPr>
          <a:xfrm>
            <a:off x="838200" y="1852951"/>
            <a:ext cx="8540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Alternatively, we can use the following vector notation:</a:t>
            </a:r>
          </a:p>
        </p:txBody>
      </p:sp>
    </p:spTree>
    <p:extLst>
      <p:ext uri="{BB962C8B-B14F-4D97-AF65-F5344CB8AC3E}">
        <p14:creationId xmlns:p14="http://schemas.microsoft.com/office/powerpoint/2010/main" val="275989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F249-8B7C-4C54-435F-27739A2A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Transformations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EDD0E-C8CF-C77E-AF2B-5BC31A26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359" y="1690688"/>
            <a:ext cx="6428507" cy="9821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4B5929A-F1F0-2F60-CF9D-E6A2C82D8DC7}"/>
              </a:ext>
            </a:extLst>
          </p:cNvPr>
          <p:cNvGrpSpPr/>
          <p:nvPr/>
        </p:nvGrpSpPr>
        <p:grpSpPr>
          <a:xfrm>
            <a:off x="237066" y="3167389"/>
            <a:ext cx="8692628" cy="579967"/>
            <a:chOff x="237066" y="3167389"/>
            <a:chExt cx="8692628" cy="5799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1D4E01-FB1E-D00C-5FCD-DEB08830A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3429" y="3167389"/>
              <a:ext cx="3616265" cy="5799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E96D6C9-236C-3F2E-D3E0-022B1B3A8D68}"/>
                    </a:ext>
                  </a:extLst>
                </p:cNvPr>
                <p:cNvSpPr txBox="1"/>
                <p:nvPr/>
              </p:nvSpPr>
              <p:spPr>
                <a:xfrm>
                  <a:off x="237066" y="3195763"/>
                  <a:ext cx="483337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Popular transformations </a:t>
                  </a:r>
                  <a14:m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E96D6C9-236C-3F2E-D3E0-022B1B3A8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66" y="3195763"/>
                  <a:ext cx="483337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618" t="-11905" r="-1571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FC66A5-07AC-F6DE-2231-4AF540E203ED}"/>
                  </a:ext>
                </a:extLst>
              </p:cNvPr>
              <p:cNvSpPr txBox="1"/>
              <p:nvPr/>
            </p:nvSpPr>
            <p:spPr>
              <a:xfrm>
                <a:off x="237066" y="3916286"/>
                <a:ext cx="1206278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Choice of 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dirty="0"/>
                  <a:t> motivated by application and data.</a:t>
                </a:r>
              </a:p>
              <a:p>
                <a:r>
                  <a:rPr lang="en-US" sz="2800" dirty="0"/>
                  <a:t>Alternatively, the relation between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800" dirty="0"/>
                  <a:t> can be modelled via a polynomial: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FC66A5-07AC-F6DE-2231-4AF540E20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6" y="3916286"/>
                <a:ext cx="12062789" cy="954107"/>
              </a:xfrm>
              <a:prstGeom prst="rect">
                <a:avLst/>
              </a:prstGeom>
              <a:blipFill>
                <a:blip r:embed="rId5"/>
                <a:stretch>
                  <a:fillRect l="-1052" t="-6579" r="-10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9EBE515-8B2A-996F-DA56-051F19522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251" y="5068552"/>
            <a:ext cx="9443149" cy="108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8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3C4D-0615-CAD7-959F-AB63FE9C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 </a:t>
            </a:r>
            <a:r>
              <a:rPr lang="en-US" dirty="0"/>
              <a:t>exercise and recovery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B98D7-9C6B-5601-3DE6-AF69B4E3D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99" y="2200143"/>
            <a:ext cx="7576820" cy="675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AF0529-0A73-5955-037C-0F1C42E51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98" y="2963095"/>
            <a:ext cx="9759441" cy="626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E1327-1E4A-BB63-5BC9-6D184BFBA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03666"/>
            <a:ext cx="7040880" cy="640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913BF-BD7F-D301-C96C-547944D3AC6C}"/>
              </a:ext>
            </a:extLst>
          </p:cNvPr>
          <p:cNvSpPr txBox="1"/>
          <p:nvPr/>
        </p:nvSpPr>
        <p:spPr>
          <a:xfrm>
            <a:off x="1637040" y="4631201"/>
            <a:ext cx="8060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fit these 3 different models and compare the results</a:t>
            </a:r>
          </a:p>
        </p:txBody>
      </p:sp>
    </p:spTree>
    <p:extLst>
      <p:ext uri="{BB962C8B-B14F-4D97-AF65-F5344CB8AC3E}">
        <p14:creationId xmlns:p14="http://schemas.microsoft.com/office/powerpoint/2010/main" val="640689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DC2E-6944-40C5-E956-DA76E39E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 </a:t>
            </a:r>
            <a:r>
              <a:rPr lang="en-US" dirty="0"/>
              <a:t>exercise and recovery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3A15E-BA1D-F67A-AEBA-319BBE3B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2" y="1690688"/>
            <a:ext cx="5649508" cy="5140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660249-51A3-55C9-288E-1DE7835FE994}"/>
              </a:ext>
            </a:extLst>
          </p:cNvPr>
          <p:cNvSpPr txBox="1"/>
          <p:nvPr/>
        </p:nvSpPr>
        <p:spPr>
          <a:xfrm>
            <a:off x="6096000" y="1828800"/>
            <a:ext cx="582506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Visually, quadratic polynomial fits the data slightly better than linear one.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Cubic polynomial seems even closer to the data, but interpretation is questionable: </a:t>
            </a:r>
            <a:r>
              <a:rPr lang="en-US" sz="2400" dirty="0">
                <a:solidFill>
                  <a:srgbClr val="00B050"/>
                </a:solidFill>
              </a:rPr>
              <a:t>based on a single point</a:t>
            </a:r>
            <a:r>
              <a:rPr lang="en-US" sz="2400" dirty="0"/>
              <a:t>, the fit suggest an increased recovery time for exercising time more than 65 min.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Trade-off between fit and parsimony</a:t>
            </a:r>
            <a:r>
              <a:rPr lang="en-US" sz="2400" dirty="0"/>
              <a:t>: how well a model can be understood if it becomes more complex.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311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B1D8-AF47-2838-E8CB-95B3283B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Comparing different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135691-6C31-2944-DC21-003675463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934" y="1690688"/>
                <a:ext cx="10515600" cy="51673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Different linear models can be fitted to a given data set. Which one is best? We can apply different criteria:</a:t>
                </a:r>
              </a:p>
              <a:p>
                <a:r>
                  <a:rPr lang="en-US" dirty="0"/>
                  <a:t>Coefficient of determination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(if we have 1 covariate).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 number of samples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number of covariates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135691-6C31-2944-DC21-003675463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934" y="1690688"/>
                <a:ext cx="10515600" cy="5167312"/>
              </a:xfrm>
              <a:blipFill>
                <a:blip r:embed="rId2"/>
                <a:stretch>
                  <a:fillRect l="-1206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541A550-A47A-41C8-358A-1556B32D7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11" y="3351475"/>
            <a:ext cx="5179577" cy="11133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EDB7E2-622D-19E5-F543-6E299F5A2AFE}"/>
                  </a:ext>
                </a:extLst>
              </p:cNvPr>
              <p:cNvSpPr txBox="1"/>
              <p:nvPr/>
            </p:nvSpPr>
            <p:spPr>
              <a:xfrm>
                <a:off x="5141532" y="4923215"/>
                <a:ext cx="6796468" cy="15696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can be proven that the more covariates we use, the larger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even if covariates are not relevant.</a:t>
                </a:r>
              </a:p>
              <a:p>
                <a:r>
                  <a:rPr lang="en-US" sz="2400" dirty="0"/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penalises adding irrelevant predictors.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EDB7E2-622D-19E5-F543-6E299F5A2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532" y="4923215"/>
                <a:ext cx="6796468" cy="1569660"/>
              </a:xfrm>
              <a:prstGeom prst="rect">
                <a:avLst/>
              </a:prstGeom>
              <a:blipFill>
                <a:blip r:embed="rId4"/>
                <a:stretch>
                  <a:fillRect l="-1306" t="-24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90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4877C71-F7B3-C782-EC9E-C73B5F19D2D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Example: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br>
                  <a:rPr lang="en-US" dirty="0">
                    <a:solidFill>
                      <a:srgbClr val="0070C0"/>
                    </a:solidFill>
                  </a:rPr>
                </a:br>
                <a:r>
                  <a:rPr lang="en-US" dirty="0"/>
                  <a:t>(exercise and recovery time)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4877C71-F7B3-C782-EC9E-C73B5F19D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937F1C-EAC5-33AE-D8A3-959E82FCB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25" y="2326216"/>
            <a:ext cx="5354375" cy="3634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70969-9AF6-8F6B-704F-7E071CFAA04F}"/>
              </a:ext>
            </a:extLst>
          </p:cNvPr>
          <p:cNvSpPr txBox="1"/>
          <p:nvPr/>
        </p:nvSpPr>
        <p:spPr>
          <a:xfrm>
            <a:off x="6604000" y="3015102"/>
            <a:ext cx="5216784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Quadratic and cubic models are worse than linear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Square root model better than linear one.</a:t>
            </a:r>
          </a:p>
        </p:txBody>
      </p:sp>
    </p:spTree>
    <p:extLst>
      <p:ext uri="{BB962C8B-B14F-4D97-AF65-F5344CB8AC3E}">
        <p14:creationId xmlns:p14="http://schemas.microsoft.com/office/powerpoint/2010/main" val="155918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7E5F-F581-937D-2760-C9C6BCE0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Comparing different models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12B5A-BDF9-B29E-D7AE-D0EA486B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2376113"/>
            <a:ext cx="6496902" cy="1198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0E3431-0132-DDDC-FDC4-8B54F340313C}"/>
              </a:ext>
            </a:extLst>
          </p:cNvPr>
          <p:cNvSpPr txBox="1"/>
          <p:nvPr/>
        </p:nvSpPr>
        <p:spPr>
          <a:xfrm>
            <a:off x="1519767" y="1704976"/>
            <a:ext cx="915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Akaike’s Information Criterion (AIC) </a:t>
            </a:r>
            <a:r>
              <a:rPr lang="en-US" sz="2800" dirty="0"/>
              <a:t>for the linear model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F5245-390B-FD16-7733-E67B5E1D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90" y="5459538"/>
            <a:ext cx="11282219" cy="8779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A763D4-A042-0007-832E-222C4EF9B63B}"/>
                  </a:ext>
                </a:extLst>
              </p:cNvPr>
              <p:cNvSpPr txBox="1"/>
              <p:nvPr/>
            </p:nvSpPr>
            <p:spPr>
              <a:xfrm>
                <a:off x="2286001" y="3814034"/>
                <a:ext cx="3317318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: number of samples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: number of covariates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A763D4-A042-0007-832E-222C4EF9B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1" y="3814034"/>
                <a:ext cx="3317318" cy="1107996"/>
              </a:xfrm>
              <a:prstGeom prst="rect">
                <a:avLst/>
              </a:prstGeom>
              <a:blipFill>
                <a:blip r:embed="rId4"/>
                <a:stretch>
                  <a:fillRect l="-382" t="-4545" r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99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D1B4-6E5D-0E9C-9270-300EE1FA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Checking model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AB1D28-8CF0-6499-4F4A-FDCFA7E9C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Errors are normally distributed: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GB" sz="3200" b="1" dirty="0">
                  <a:ea typeface="Cambria Math" panose="02040503050406030204" pitchFamily="18" charset="0"/>
                </a:endParaRPr>
              </a:p>
              <a:p>
                <a:endParaRPr lang="en-GB" sz="3200" b="1" dirty="0">
                  <a:ea typeface="Cambria Math" panose="02040503050406030204" pitchFamily="18" charset="0"/>
                </a:endParaRPr>
              </a:p>
              <a:p>
                <a:r>
                  <a:rPr lang="en-US" sz="3200" dirty="0"/>
                  <a:t>Variance does not depend on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3200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GB" sz="3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00B0F0"/>
                    </a:solidFill>
                  </a:rPr>
                  <a:t> </a:t>
                </a:r>
                <a:r>
                  <a:rPr lang="en-US" sz="3200" dirty="0"/>
                  <a:t>(</a:t>
                </a:r>
                <a:r>
                  <a:rPr lang="en-US" sz="3200" dirty="0">
                    <a:solidFill>
                      <a:srgbClr val="00B050"/>
                    </a:solidFill>
                  </a:rPr>
                  <a:t>homoscedasticity/</a:t>
                </a:r>
                <a:r>
                  <a:rPr lang="en-US" sz="3200" dirty="0">
                    <a:solidFill>
                      <a:srgbClr val="FF0000"/>
                    </a:solidFill>
                  </a:rPr>
                  <a:t>heteroscedasticity</a:t>
                </a:r>
                <a:r>
                  <a:rPr lang="en-US" sz="3200" dirty="0"/>
                  <a:t>)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There is no correlation between the error terms: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𝑪𝒐𝒗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GB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AB1D28-8CF0-6499-4F4A-FDCFA7E9C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25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1084</Words>
  <Application>Microsoft Macintosh PowerPoint</Application>
  <PresentationFormat>Widescreen</PresentationFormat>
  <Paragraphs>134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Linear regression</vt:lpstr>
      <vt:lpstr>Motivation</vt:lpstr>
      <vt:lpstr>Linear model</vt:lpstr>
      <vt:lpstr>PowerPoint Presentation</vt:lpstr>
      <vt:lpstr>Method of Least Squares</vt:lpstr>
      <vt:lpstr>Method of Least Squares</vt:lpstr>
      <vt:lpstr>Method of Least Squares</vt:lpstr>
      <vt:lpstr>Example</vt:lpstr>
      <vt:lpstr>PowerPoint Presentation</vt:lpstr>
      <vt:lpstr>PowerPoint Presentation</vt:lpstr>
      <vt:lpstr>Properties of the linear regression line</vt:lpstr>
      <vt:lpstr>Goodness of fit</vt:lpstr>
      <vt:lpstr>Goodness of fit</vt:lpstr>
      <vt:lpstr>Example: exercise and recovery time</vt:lpstr>
      <vt:lpstr>Relationship between R^2 and Bravais-Pearson correlation coefficient r</vt:lpstr>
      <vt:lpstr>Linear regression with multiple covariates</vt:lpstr>
      <vt:lpstr>Multiple covariates: matrix notation</vt:lpstr>
      <vt:lpstr>Multiple covariates: matrix notation</vt:lpstr>
      <vt:lpstr>Multiple covariates: vector notation</vt:lpstr>
      <vt:lpstr>Transformations</vt:lpstr>
      <vt:lpstr>Example: exercise and recovery time</vt:lpstr>
      <vt:lpstr>Example: exercise and recovery time</vt:lpstr>
      <vt:lpstr>Comparing different models</vt:lpstr>
      <vt:lpstr>Example: adjusted R^2  (exercise and recovery time)</vt:lpstr>
      <vt:lpstr>Comparing different models</vt:lpstr>
      <vt:lpstr>Checking model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Carmen Romano</dc:creator>
  <cp:lastModifiedBy>Maria Carmen Romano</cp:lastModifiedBy>
  <cp:revision>1</cp:revision>
  <dcterms:created xsi:type="dcterms:W3CDTF">2025-02-08T16:24:54Z</dcterms:created>
  <dcterms:modified xsi:type="dcterms:W3CDTF">2025-04-08T07:06:01Z</dcterms:modified>
</cp:coreProperties>
</file>