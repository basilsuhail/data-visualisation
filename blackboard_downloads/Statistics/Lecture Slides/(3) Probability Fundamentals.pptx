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1E747-4FA6-314B-B3C0-E332ACDC0F70}" v="992" dt="2025-03-14T13:56:21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4"/>
    <p:restoredTop sz="94658"/>
  </p:normalViewPr>
  <p:slideViewPr>
    <p:cSldViewPr snapToGrid="0">
      <p:cViewPr varScale="1">
        <p:scale>
          <a:sx n="92" d="100"/>
          <a:sy n="92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12A1E747-4FA6-314B-B3C0-E332ACDC0F70}"/>
    <pc:docChg chg="undo custSel addSld delSld modSld">
      <pc:chgData name="Romano, M. Carmen" userId="aa8fdb40-17a6-4858-bc4e-f32e31186fd2" providerId="ADAL" clId="{12A1E747-4FA6-314B-B3C0-E332ACDC0F70}" dt="2025-03-14T13:56:21.327" v="2286"/>
      <pc:docMkLst>
        <pc:docMk/>
      </pc:docMkLst>
      <pc:sldChg chg="modAnim">
        <pc:chgData name="Romano, M. Carmen" userId="aa8fdb40-17a6-4858-bc4e-f32e31186fd2" providerId="ADAL" clId="{12A1E747-4FA6-314B-B3C0-E332ACDC0F70}" dt="2025-02-03T11:01:23.725" v="2101"/>
        <pc:sldMkLst>
          <pc:docMk/>
          <pc:sldMk cId="2516731446" sldId="265"/>
        </pc:sldMkLst>
      </pc:sldChg>
      <pc:sldChg chg="modSp mod">
        <pc:chgData name="Romano, M. Carmen" userId="aa8fdb40-17a6-4858-bc4e-f32e31186fd2" providerId="ADAL" clId="{12A1E747-4FA6-314B-B3C0-E332ACDC0F70}" dt="2025-02-01T06:54:04.857" v="2087" actId="14100"/>
        <pc:sldMkLst>
          <pc:docMk/>
          <pc:sldMk cId="393233754" sldId="267"/>
        </pc:sldMkLst>
        <pc:spChg chg="mod">
          <ac:chgData name="Romano, M. Carmen" userId="aa8fdb40-17a6-4858-bc4e-f32e31186fd2" providerId="ADAL" clId="{12A1E747-4FA6-314B-B3C0-E332ACDC0F70}" dt="2025-02-01T06:54:04.857" v="2087" actId="14100"/>
          <ac:spMkLst>
            <pc:docMk/>
            <pc:sldMk cId="393233754" sldId="267"/>
            <ac:spMk id="3" creationId="{6D431942-43F5-CACA-5BC1-45A71BA8D015}"/>
          </ac:spMkLst>
        </pc:spChg>
        <pc:spChg chg="mod">
          <ac:chgData name="Romano, M. Carmen" userId="aa8fdb40-17a6-4858-bc4e-f32e31186fd2" providerId="ADAL" clId="{12A1E747-4FA6-314B-B3C0-E332ACDC0F70}" dt="2025-02-01T06:53:52.109" v="2084" actId="1076"/>
          <ac:spMkLst>
            <pc:docMk/>
            <pc:sldMk cId="393233754" sldId="267"/>
            <ac:spMk id="6" creationId="{ACAA4E1D-BAEF-9D3A-8214-7054DF7910D2}"/>
          </ac:spMkLst>
        </pc:spChg>
      </pc:sldChg>
      <pc:sldChg chg="delSp modSp modAnim">
        <pc:chgData name="Romano, M. Carmen" userId="aa8fdb40-17a6-4858-bc4e-f32e31186fd2" providerId="ADAL" clId="{12A1E747-4FA6-314B-B3C0-E332ACDC0F70}" dt="2025-03-14T13:47:11.164" v="2256"/>
        <pc:sldMkLst>
          <pc:docMk/>
          <pc:sldMk cId="288723385" sldId="272"/>
        </pc:sldMkLst>
        <pc:spChg chg="mod topLvl">
          <ac:chgData name="Romano, M. Carmen" userId="aa8fdb40-17a6-4858-bc4e-f32e31186fd2" providerId="ADAL" clId="{12A1E747-4FA6-314B-B3C0-E332ACDC0F70}" dt="2025-03-14T13:46:25.518" v="2248" actId="165"/>
          <ac:spMkLst>
            <pc:docMk/>
            <pc:sldMk cId="288723385" sldId="272"/>
            <ac:spMk id="4" creationId="{AF55F4CC-88CE-531C-669D-2FF5CE702727}"/>
          </ac:spMkLst>
        </pc:spChg>
        <pc:spChg chg="mod topLvl">
          <ac:chgData name="Romano, M. Carmen" userId="aa8fdb40-17a6-4858-bc4e-f32e31186fd2" providerId="ADAL" clId="{12A1E747-4FA6-314B-B3C0-E332ACDC0F70}" dt="2025-03-14T13:46:25.518" v="2248" actId="165"/>
          <ac:spMkLst>
            <pc:docMk/>
            <pc:sldMk cId="288723385" sldId="272"/>
            <ac:spMk id="7" creationId="{6F882E29-42C0-BE73-888A-A69EE5DCE3D0}"/>
          </ac:spMkLst>
        </pc:spChg>
        <pc:spChg chg="mod topLvl">
          <ac:chgData name="Romano, M. Carmen" userId="aa8fdb40-17a6-4858-bc4e-f32e31186fd2" providerId="ADAL" clId="{12A1E747-4FA6-314B-B3C0-E332ACDC0F70}" dt="2025-03-14T13:47:03.339" v="2254" actId="165"/>
          <ac:spMkLst>
            <pc:docMk/>
            <pc:sldMk cId="288723385" sldId="272"/>
            <ac:spMk id="8" creationId="{3A3C9245-4477-CA80-1337-583CDB2F2F87}"/>
          </ac:spMkLst>
        </pc:spChg>
        <pc:spChg chg="mod topLvl">
          <ac:chgData name="Romano, M. Carmen" userId="aa8fdb40-17a6-4858-bc4e-f32e31186fd2" providerId="ADAL" clId="{12A1E747-4FA6-314B-B3C0-E332ACDC0F70}" dt="2025-03-14T13:46:41.467" v="2251" actId="165"/>
          <ac:spMkLst>
            <pc:docMk/>
            <pc:sldMk cId="288723385" sldId="272"/>
            <ac:spMk id="9" creationId="{55699CB8-E102-1DCF-1E26-C34CDBD518F7}"/>
          </ac:spMkLst>
        </pc:spChg>
        <pc:spChg chg="mod topLvl">
          <ac:chgData name="Romano, M. Carmen" userId="aa8fdb40-17a6-4858-bc4e-f32e31186fd2" providerId="ADAL" clId="{12A1E747-4FA6-314B-B3C0-E332ACDC0F70}" dt="2025-03-14T13:46:41.467" v="2251" actId="165"/>
          <ac:spMkLst>
            <pc:docMk/>
            <pc:sldMk cId="288723385" sldId="272"/>
            <ac:spMk id="10" creationId="{3F0C8E67-CD10-FA36-A6B9-132253FA7DD5}"/>
          </ac:spMkLst>
        </pc:spChg>
        <pc:grpChg chg="del">
          <ac:chgData name="Romano, M. Carmen" userId="aa8fdb40-17a6-4858-bc4e-f32e31186fd2" providerId="ADAL" clId="{12A1E747-4FA6-314B-B3C0-E332ACDC0F70}" dt="2025-03-14T13:46:25.518" v="2248" actId="165"/>
          <ac:grpSpMkLst>
            <pc:docMk/>
            <pc:sldMk cId="288723385" sldId="272"/>
            <ac:grpSpMk id="14" creationId="{977C641E-C9E8-E84D-FB28-E1AB9BB2A360}"/>
          </ac:grpSpMkLst>
        </pc:grpChg>
        <pc:grpChg chg="del">
          <ac:chgData name="Romano, M. Carmen" userId="aa8fdb40-17a6-4858-bc4e-f32e31186fd2" providerId="ADAL" clId="{12A1E747-4FA6-314B-B3C0-E332ACDC0F70}" dt="2025-03-14T13:46:41.467" v="2251" actId="165"/>
          <ac:grpSpMkLst>
            <pc:docMk/>
            <pc:sldMk cId="288723385" sldId="272"/>
            <ac:grpSpMk id="15" creationId="{D6C7D044-AC47-0CBA-0203-A6B7FB7AD959}"/>
          </ac:grpSpMkLst>
        </pc:grpChg>
        <pc:grpChg chg="del">
          <ac:chgData name="Romano, M. Carmen" userId="aa8fdb40-17a6-4858-bc4e-f32e31186fd2" providerId="ADAL" clId="{12A1E747-4FA6-314B-B3C0-E332ACDC0F70}" dt="2025-03-14T13:47:03.339" v="2254" actId="165"/>
          <ac:grpSpMkLst>
            <pc:docMk/>
            <pc:sldMk cId="288723385" sldId="272"/>
            <ac:grpSpMk id="16" creationId="{94C47A0A-184D-2A9E-FC89-1D43908D7668}"/>
          </ac:grpSpMkLst>
        </pc:grpChg>
        <pc:picChg chg="mod topLvl">
          <ac:chgData name="Romano, M. Carmen" userId="aa8fdb40-17a6-4858-bc4e-f32e31186fd2" providerId="ADAL" clId="{12A1E747-4FA6-314B-B3C0-E332ACDC0F70}" dt="2025-03-14T13:47:03.339" v="2254" actId="165"/>
          <ac:picMkLst>
            <pc:docMk/>
            <pc:sldMk cId="288723385" sldId="272"/>
            <ac:picMk id="11" creationId="{71A3F6C9-0803-1FE6-79B8-E2FDF89F9D77}"/>
          </ac:picMkLst>
        </pc:picChg>
      </pc:sldChg>
      <pc:sldChg chg="addSp delSp modSp new mod">
        <pc:chgData name="Romano, M. Carmen" userId="aa8fdb40-17a6-4858-bc4e-f32e31186fd2" providerId="ADAL" clId="{12A1E747-4FA6-314B-B3C0-E332ACDC0F70}" dt="2025-03-14T13:49:29.349" v="2284" actId="113"/>
        <pc:sldMkLst>
          <pc:docMk/>
          <pc:sldMk cId="183992613" sldId="273"/>
        </pc:sldMkLst>
        <pc:spChg chg="mod">
          <ac:chgData name="Romano, M. Carmen" userId="aa8fdb40-17a6-4858-bc4e-f32e31186fd2" providerId="ADAL" clId="{12A1E747-4FA6-314B-B3C0-E332ACDC0F70}" dt="2025-01-30T14:25:46.158" v="24" actId="207"/>
          <ac:spMkLst>
            <pc:docMk/>
            <pc:sldMk cId="183992613" sldId="273"/>
            <ac:spMk id="2" creationId="{7D139421-4F80-9948-538A-C30BF866A74C}"/>
          </ac:spMkLst>
        </pc:spChg>
        <pc:spChg chg="add mod">
          <ac:chgData name="Romano, M. Carmen" userId="aa8fdb40-17a6-4858-bc4e-f32e31186fd2" providerId="ADAL" clId="{12A1E747-4FA6-314B-B3C0-E332ACDC0F70}" dt="2025-03-14T13:48:33.326" v="2257"/>
          <ac:spMkLst>
            <pc:docMk/>
            <pc:sldMk cId="183992613" sldId="273"/>
            <ac:spMk id="3" creationId="{6AD8F167-9950-F2A8-13D2-A3F1E56B1500}"/>
          </ac:spMkLst>
        </pc:spChg>
        <pc:spChg chg="add mod">
          <ac:chgData name="Romano, M. Carmen" userId="aa8fdb40-17a6-4858-bc4e-f32e31186fd2" providerId="ADAL" clId="{12A1E747-4FA6-314B-B3C0-E332ACDC0F70}" dt="2025-03-14T13:49:29.349" v="2284" actId="113"/>
          <ac:spMkLst>
            <pc:docMk/>
            <pc:sldMk cId="183992613" sldId="273"/>
            <ac:spMk id="6" creationId="{133E981D-1E87-DFCF-DE35-3D94D864A931}"/>
          </ac:spMkLst>
        </pc:spChg>
        <pc:spChg chg="add mod">
          <ac:chgData name="Romano, M. Carmen" userId="aa8fdb40-17a6-4858-bc4e-f32e31186fd2" providerId="ADAL" clId="{12A1E747-4FA6-314B-B3C0-E332ACDC0F70}" dt="2025-01-30T14:32:25.188" v="282" actId="20577"/>
          <ac:spMkLst>
            <pc:docMk/>
            <pc:sldMk cId="183992613" sldId="273"/>
            <ac:spMk id="8" creationId="{01B612E7-A93A-9F4F-3EA5-D6396678E60A}"/>
          </ac:spMkLst>
        </pc:spChg>
        <pc:picChg chg="add mod">
          <ac:chgData name="Romano, M. Carmen" userId="aa8fdb40-17a6-4858-bc4e-f32e31186fd2" providerId="ADAL" clId="{12A1E747-4FA6-314B-B3C0-E332ACDC0F70}" dt="2025-01-30T14:26:21.605" v="28" actId="1076"/>
          <ac:picMkLst>
            <pc:docMk/>
            <pc:sldMk cId="183992613" sldId="273"/>
            <ac:picMk id="4" creationId="{9F581687-41AB-C262-2E02-FE22306E0F3D}"/>
          </ac:picMkLst>
        </pc:picChg>
        <pc:picChg chg="add mod">
          <ac:chgData name="Romano, M. Carmen" userId="aa8fdb40-17a6-4858-bc4e-f32e31186fd2" providerId="ADAL" clId="{12A1E747-4FA6-314B-B3C0-E332ACDC0F70}" dt="2025-01-30T14:28:57.268" v="152" actId="1076"/>
          <ac:picMkLst>
            <pc:docMk/>
            <pc:sldMk cId="183992613" sldId="273"/>
            <ac:picMk id="7" creationId="{90CC7FCB-EE41-245D-03FE-24995F5678F6}"/>
          </ac:picMkLst>
        </pc:picChg>
        <pc:picChg chg="add mod">
          <ac:chgData name="Romano, M. Carmen" userId="aa8fdb40-17a6-4858-bc4e-f32e31186fd2" providerId="ADAL" clId="{12A1E747-4FA6-314B-B3C0-E332ACDC0F70}" dt="2025-01-30T14:30:54.132" v="213" actId="1076"/>
          <ac:picMkLst>
            <pc:docMk/>
            <pc:sldMk cId="183992613" sldId="273"/>
            <ac:picMk id="9" creationId="{F1E27E9A-FFAC-7034-67A2-FEDA3DD87EF9}"/>
          </ac:picMkLst>
        </pc:picChg>
      </pc:sldChg>
      <pc:sldChg chg="addSp delSp modSp new mod modAnim">
        <pc:chgData name="Romano, M. Carmen" userId="aa8fdb40-17a6-4858-bc4e-f32e31186fd2" providerId="ADAL" clId="{12A1E747-4FA6-314B-B3C0-E332ACDC0F70}" dt="2025-01-30T14:48:36.586" v="454"/>
        <pc:sldMkLst>
          <pc:docMk/>
          <pc:sldMk cId="97091998" sldId="274"/>
        </pc:sldMkLst>
        <pc:spChg chg="mod">
          <ac:chgData name="Romano, M. Carmen" userId="aa8fdb40-17a6-4858-bc4e-f32e31186fd2" providerId="ADAL" clId="{12A1E747-4FA6-314B-B3C0-E332ACDC0F70}" dt="2025-01-30T14:34:28.203" v="307" actId="207"/>
          <ac:spMkLst>
            <pc:docMk/>
            <pc:sldMk cId="97091998" sldId="274"/>
            <ac:spMk id="2" creationId="{70131B61-D2B4-BAAB-2A62-4829BFB84294}"/>
          </ac:spMkLst>
        </pc:spChg>
        <pc:spChg chg="add mod">
          <ac:chgData name="Romano, M. Carmen" userId="aa8fdb40-17a6-4858-bc4e-f32e31186fd2" providerId="ADAL" clId="{12A1E747-4FA6-314B-B3C0-E332ACDC0F70}" dt="2025-01-30T14:37:13.724" v="410" actId="164"/>
          <ac:spMkLst>
            <pc:docMk/>
            <pc:sldMk cId="97091998" sldId="274"/>
            <ac:spMk id="5" creationId="{121BB921-2CC7-F5E2-C10D-78772A13A52A}"/>
          </ac:spMkLst>
        </pc:spChg>
        <pc:spChg chg="add mod">
          <ac:chgData name="Romano, M. Carmen" userId="aa8fdb40-17a6-4858-bc4e-f32e31186fd2" providerId="ADAL" clId="{12A1E747-4FA6-314B-B3C0-E332ACDC0F70}" dt="2025-01-30T14:37:22.452" v="411" actId="164"/>
          <ac:spMkLst>
            <pc:docMk/>
            <pc:sldMk cId="97091998" sldId="274"/>
            <ac:spMk id="7" creationId="{3416F76C-D79D-1277-46BD-BA54FBE9DAE3}"/>
          </ac:spMkLst>
        </pc:spChg>
        <pc:grpChg chg="add mod">
          <ac:chgData name="Romano, M. Carmen" userId="aa8fdb40-17a6-4858-bc4e-f32e31186fd2" providerId="ADAL" clId="{12A1E747-4FA6-314B-B3C0-E332ACDC0F70}" dt="2025-01-30T14:37:13.724" v="410" actId="164"/>
          <ac:grpSpMkLst>
            <pc:docMk/>
            <pc:sldMk cId="97091998" sldId="274"/>
            <ac:grpSpMk id="10" creationId="{8D60F4D3-6262-3419-C408-246B21AABD2F}"/>
          </ac:grpSpMkLst>
        </pc:grpChg>
        <pc:grpChg chg="add mod">
          <ac:chgData name="Romano, M. Carmen" userId="aa8fdb40-17a6-4858-bc4e-f32e31186fd2" providerId="ADAL" clId="{12A1E747-4FA6-314B-B3C0-E332ACDC0F70}" dt="2025-01-30T14:37:22.452" v="411" actId="164"/>
          <ac:grpSpMkLst>
            <pc:docMk/>
            <pc:sldMk cId="97091998" sldId="274"/>
            <ac:grpSpMk id="11" creationId="{4D049980-3BA0-14C4-C087-B5C6C8B49503}"/>
          </ac:grpSpMkLst>
        </pc:grpChg>
        <pc:picChg chg="add mod">
          <ac:chgData name="Romano, M. Carmen" userId="aa8fdb40-17a6-4858-bc4e-f32e31186fd2" providerId="ADAL" clId="{12A1E747-4FA6-314B-B3C0-E332ACDC0F70}" dt="2025-01-30T14:37:13.724" v="410" actId="164"/>
          <ac:picMkLst>
            <pc:docMk/>
            <pc:sldMk cId="97091998" sldId="274"/>
            <ac:picMk id="4" creationId="{D3357667-955B-5383-754F-F8C0443B0104}"/>
          </ac:picMkLst>
        </pc:picChg>
        <pc:picChg chg="add mod">
          <ac:chgData name="Romano, M. Carmen" userId="aa8fdb40-17a6-4858-bc4e-f32e31186fd2" providerId="ADAL" clId="{12A1E747-4FA6-314B-B3C0-E332ACDC0F70}" dt="2025-01-30T14:37:22.452" v="411" actId="164"/>
          <ac:picMkLst>
            <pc:docMk/>
            <pc:sldMk cId="97091998" sldId="274"/>
            <ac:picMk id="6" creationId="{138DD6DD-372A-D06C-5848-A474931C3B73}"/>
          </ac:picMkLst>
        </pc:picChg>
        <pc:picChg chg="add mod">
          <ac:chgData name="Romano, M. Carmen" userId="aa8fdb40-17a6-4858-bc4e-f32e31186fd2" providerId="ADAL" clId="{12A1E747-4FA6-314B-B3C0-E332ACDC0F70}" dt="2025-01-30T14:37:13.724" v="410" actId="164"/>
          <ac:picMkLst>
            <pc:docMk/>
            <pc:sldMk cId="97091998" sldId="274"/>
            <ac:picMk id="8" creationId="{24DBA172-C89B-F959-22C0-EC96B8657064}"/>
          </ac:picMkLst>
        </pc:picChg>
        <pc:picChg chg="add mod">
          <ac:chgData name="Romano, M. Carmen" userId="aa8fdb40-17a6-4858-bc4e-f32e31186fd2" providerId="ADAL" clId="{12A1E747-4FA6-314B-B3C0-E332ACDC0F70}" dt="2025-01-30T14:37:22.452" v="411" actId="164"/>
          <ac:picMkLst>
            <pc:docMk/>
            <pc:sldMk cId="97091998" sldId="274"/>
            <ac:picMk id="9" creationId="{84C3FBBA-F704-5748-51C8-9CFEAC3DEFEF}"/>
          </ac:picMkLst>
        </pc:picChg>
        <pc:picChg chg="add mod">
          <ac:chgData name="Romano, M. Carmen" userId="aa8fdb40-17a6-4858-bc4e-f32e31186fd2" providerId="ADAL" clId="{12A1E747-4FA6-314B-B3C0-E332ACDC0F70}" dt="2025-01-30T14:48:27.215" v="453" actId="1076"/>
          <ac:picMkLst>
            <pc:docMk/>
            <pc:sldMk cId="97091998" sldId="274"/>
            <ac:picMk id="12" creationId="{D13E96CD-4425-C75D-A45F-B4A7FA2C5FB9}"/>
          </ac:picMkLst>
        </pc:picChg>
      </pc:sldChg>
      <pc:sldChg chg="addSp delSp modSp new mod">
        <pc:chgData name="Romano, M. Carmen" userId="aa8fdb40-17a6-4858-bc4e-f32e31186fd2" providerId="ADAL" clId="{12A1E747-4FA6-314B-B3C0-E332ACDC0F70}" dt="2025-01-30T14:49:53.623" v="501" actId="1076"/>
        <pc:sldMkLst>
          <pc:docMk/>
          <pc:sldMk cId="1548489971" sldId="275"/>
        </pc:sldMkLst>
        <pc:spChg chg="mod">
          <ac:chgData name="Romano, M. Carmen" userId="aa8fdb40-17a6-4858-bc4e-f32e31186fd2" providerId="ADAL" clId="{12A1E747-4FA6-314B-B3C0-E332ACDC0F70}" dt="2025-01-30T14:48:55.986" v="493" actId="20577"/>
          <ac:spMkLst>
            <pc:docMk/>
            <pc:sldMk cId="1548489971" sldId="275"/>
            <ac:spMk id="2" creationId="{69D4D1E6-3AFF-A19C-7ADC-DCA0E4FB9E19}"/>
          </ac:spMkLst>
        </pc:spChg>
        <pc:picChg chg="add mod">
          <ac:chgData name="Romano, M. Carmen" userId="aa8fdb40-17a6-4858-bc4e-f32e31186fd2" providerId="ADAL" clId="{12A1E747-4FA6-314B-B3C0-E332ACDC0F70}" dt="2025-01-30T14:49:15.405" v="498" actId="14100"/>
          <ac:picMkLst>
            <pc:docMk/>
            <pc:sldMk cId="1548489971" sldId="275"/>
            <ac:picMk id="5" creationId="{4787E111-1CA9-29E8-77D1-E0ED9C23222A}"/>
          </ac:picMkLst>
        </pc:picChg>
        <pc:picChg chg="add mod">
          <ac:chgData name="Romano, M. Carmen" userId="aa8fdb40-17a6-4858-bc4e-f32e31186fd2" providerId="ADAL" clId="{12A1E747-4FA6-314B-B3C0-E332ACDC0F70}" dt="2025-01-30T14:49:53.623" v="501" actId="1076"/>
          <ac:picMkLst>
            <pc:docMk/>
            <pc:sldMk cId="1548489971" sldId="275"/>
            <ac:picMk id="6" creationId="{BECEED94-059D-11E8-5786-4FD6445AE56F}"/>
          </ac:picMkLst>
        </pc:picChg>
      </pc:sldChg>
      <pc:sldChg chg="addSp delSp modSp new mod modAnim">
        <pc:chgData name="Romano, M. Carmen" userId="aa8fdb40-17a6-4858-bc4e-f32e31186fd2" providerId="ADAL" clId="{12A1E747-4FA6-314B-B3C0-E332ACDC0F70}" dt="2025-03-14T13:56:21.327" v="2286"/>
        <pc:sldMkLst>
          <pc:docMk/>
          <pc:sldMk cId="744992049" sldId="276"/>
        </pc:sldMkLst>
        <pc:spChg chg="mod">
          <ac:chgData name="Romano, M. Carmen" userId="aa8fdb40-17a6-4858-bc4e-f32e31186fd2" providerId="ADAL" clId="{12A1E747-4FA6-314B-B3C0-E332ACDC0F70}" dt="2025-01-30T15:33:44.783" v="633" actId="1076"/>
          <ac:spMkLst>
            <pc:docMk/>
            <pc:sldMk cId="744992049" sldId="276"/>
            <ac:spMk id="2" creationId="{FBE0BE2D-AA01-176A-8C36-AA9DE7B6B69E}"/>
          </ac:spMkLst>
        </pc:spChg>
        <pc:spChg chg="add mod">
          <ac:chgData name="Romano, M. Carmen" userId="aa8fdb40-17a6-4858-bc4e-f32e31186fd2" providerId="ADAL" clId="{12A1E747-4FA6-314B-B3C0-E332ACDC0F70}" dt="2025-01-30T15:33:50.303" v="634" actId="164"/>
          <ac:spMkLst>
            <pc:docMk/>
            <pc:sldMk cId="744992049" sldId="276"/>
            <ac:spMk id="4" creationId="{2DE94130-A65F-B5E2-6578-3B990E15E4A5}"/>
          </ac:spMkLst>
        </pc:spChg>
        <pc:spChg chg="add mod">
          <ac:chgData name="Romano, M. Carmen" userId="aa8fdb40-17a6-4858-bc4e-f32e31186fd2" providerId="ADAL" clId="{12A1E747-4FA6-314B-B3C0-E332ACDC0F70}" dt="2025-01-30T15:35:27.465" v="784" actId="164"/>
          <ac:spMkLst>
            <pc:docMk/>
            <pc:sldMk cId="744992049" sldId="276"/>
            <ac:spMk id="10" creationId="{BDE02C26-3A87-B46C-B50A-CD6208ADDFA0}"/>
          </ac:spMkLst>
        </pc:spChg>
        <pc:grpChg chg="add mod">
          <ac:chgData name="Romano, M. Carmen" userId="aa8fdb40-17a6-4858-bc4e-f32e31186fd2" providerId="ADAL" clId="{12A1E747-4FA6-314B-B3C0-E332ACDC0F70}" dt="2025-01-30T15:33:54.742" v="661" actId="1037"/>
          <ac:grpSpMkLst>
            <pc:docMk/>
            <pc:sldMk cId="744992049" sldId="276"/>
            <ac:grpSpMk id="7" creationId="{FA88A952-6899-1CCA-9DFE-5E3999DCAB40}"/>
          </ac:grpSpMkLst>
        </pc:grpChg>
        <pc:grpChg chg="add mod">
          <ac:chgData name="Romano, M. Carmen" userId="aa8fdb40-17a6-4858-bc4e-f32e31186fd2" providerId="ADAL" clId="{12A1E747-4FA6-314B-B3C0-E332ACDC0F70}" dt="2025-01-30T15:35:27.465" v="784" actId="164"/>
          <ac:grpSpMkLst>
            <pc:docMk/>
            <pc:sldMk cId="744992049" sldId="276"/>
            <ac:grpSpMk id="11" creationId="{3E3C6901-4686-5E1A-3AE8-4AFF9D24D38C}"/>
          </ac:grpSpMkLst>
        </pc:grpChg>
        <pc:picChg chg="add mod">
          <ac:chgData name="Romano, M. Carmen" userId="aa8fdb40-17a6-4858-bc4e-f32e31186fd2" providerId="ADAL" clId="{12A1E747-4FA6-314B-B3C0-E332ACDC0F70}" dt="2025-01-30T15:33:50.303" v="634" actId="164"/>
          <ac:picMkLst>
            <pc:docMk/>
            <pc:sldMk cId="744992049" sldId="276"/>
            <ac:picMk id="5" creationId="{6C675998-6EB9-BC34-EE08-224D1F9C5AF1}"/>
          </ac:picMkLst>
        </pc:picChg>
        <pc:picChg chg="add mod">
          <ac:chgData name="Romano, M. Carmen" userId="aa8fdb40-17a6-4858-bc4e-f32e31186fd2" providerId="ADAL" clId="{12A1E747-4FA6-314B-B3C0-E332ACDC0F70}" dt="2025-01-30T15:33:50.303" v="634" actId="164"/>
          <ac:picMkLst>
            <pc:docMk/>
            <pc:sldMk cId="744992049" sldId="276"/>
            <ac:picMk id="6" creationId="{1955A121-966D-D5CF-DC6D-603C3E5DA7F2}"/>
          </ac:picMkLst>
        </pc:picChg>
        <pc:picChg chg="add mod">
          <ac:chgData name="Romano, M. Carmen" userId="aa8fdb40-17a6-4858-bc4e-f32e31186fd2" providerId="ADAL" clId="{12A1E747-4FA6-314B-B3C0-E332ACDC0F70}" dt="2025-01-30T15:34:10.447" v="664" actId="1076"/>
          <ac:picMkLst>
            <pc:docMk/>
            <pc:sldMk cId="744992049" sldId="276"/>
            <ac:picMk id="8" creationId="{AC825887-4DA4-390C-4340-9E712F44627E}"/>
          </ac:picMkLst>
        </pc:picChg>
        <pc:picChg chg="add mod">
          <ac:chgData name="Romano, M. Carmen" userId="aa8fdb40-17a6-4858-bc4e-f32e31186fd2" providerId="ADAL" clId="{12A1E747-4FA6-314B-B3C0-E332ACDC0F70}" dt="2025-01-30T15:35:27.465" v="784" actId="164"/>
          <ac:picMkLst>
            <pc:docMk/>
            <pc:sldMk cId="744992049" sldId="276"/>
            <ac:picMk id="9" creationId="{A585640F-7F88-D9AC-6A8C-10B4FCB232FE}"/>
          </ac:picMkLst>
        </pc:picChg>
      </pc:sldChg>
      <pc:sldChg chg="addSp modSp new mod modAnim">
        <pc:chgData name="Romano, M. Carmen" userId="aa8fdb40-17a6-4858-bc4e-f32e31186fd2" providerId="ADAL" clId="{12A1E747-4FA6-314B-B3C0-E332ACDC0F70}" dt="2025-01-30T15:52:00.059" v="1193"/>
        <pc:sldMkLst>
          <pc:docMk/>
          <pc:sldMk cId="390824357" sldId="277"/>
        </pc:sldMkLst>
        <pc:spChg chg="mod">
          <ac:chgData name="Romano, M. Carmen" userId="aa8fdb40-17a6-4858-bc4e-f32e31186fd2" providerId="ADAL" clId="{12A1E747-4FA6-314B-B3C0-E332ACDC0F70}" dt="2025-01-30T15:43:34.721" v="821" actId="207"/>
          <ac:spMkLst>
            <pc:docMk/>
            <pc:sldMk cId="390824357" sldId="277"/>
            <ac:spMk id="2" creationId="{ADDE6744-3F39-642D-2CEE-AE0199A7FEE9}"/>
          </ac:spMkLst>
        </pc:spChg>
        <pc:spChg chg="mod">
          <ac:chgData name="Romano, M. Carmen" userId="aa8fdb40-17a6-4858-bc4e-f32e31186fd2" providerId="ADAL" clId="{12A1E747-4FA6-314B-B3C0-E332ACDC0F70}" dt="2025-01-30T15:47:06.655" v="1115" actId="20577"/>
          <ac:spMkLst>
            <pc:docMk/>
            <pc:sldMk cId="390824357" sldId="277"/>
            <ac:spMk id="3" creationId="{4021F4D1-FC32-0E8E-39EA-59D467433385}"/>
          </ac:spMkLst>
        </pc:spChg>
        <pc:spChg chg="add mod">
          <ac:chgData name="Romano, M. Carmen" userId="aa8fdb40-17a6-4858-bc4e-f32e31186fd2" providerId="ADAL" clId="{12A1E747-4FA6-314B-B3C0-E332ACDC0F70}" dt="2025-01-30T15:50:04.670" v="1184" actId="207"/>
          <ac:spMkLst>
            <pc:docMk/>
            <pc:sldMk cId="390824357" sldId="277"/>
            <ac:spMk id="7" creationId="{9F856000-106D-6164-72D1-B7CDA1E5A8B1}"/>
          </ac:spMkLst>
        </pc:spChg>
        <pc:picChg chg="add mod">
          <ac:chgData name="Romano, M. Carmen" userId="aa8fdb40-17a6-4858-bc4e-f32e31186fd2" providerId="ADAL" clId="{12A1E747-4FA6-314B-B3C0-E332ACDC0F70}" dt="2025-01-30T15:47:31.881" v="1118" actId="1076"/>
          <ac:picMkLst>
            <pc:docMk/>
            <pc:sldMk cId="390824357" sldId="277"/>
            <ac:picMk id="4" creationId="{BAA27334-8C91-FBE5-0CDF-AEDF2DF04622}"/>
          </ac:picMkLst>
        </pc:picChg>
        <pc:picChg chg="add mod">
          <ac:chgData name="Romano, M. Carmen" userId="aa8fdb40-17a6-4858-bc4e-f32e31186fd2" providerId="ADAL" clId="{12A1E747-4FA6-314B-B3C0-E332ACDC0F70}" dt="2025-01-30T15:47:58.728" v="1123" actId="14100"/>
          <ac:picMkLst>
            <pc:docMk/>
            <pc:sldMk cId="390824357" sldId="277"/>
            <ac:picMk id="5" creationId="{342CD570-22AF-22B3-6CFF-E4E2E84345E4}"/>
          </ac:picMkLst>
        </pc:picChg>
        <pc:picChg chg="add mod">
          <ac:chgData name="Romano, M. Carmen" userId="aa8fdb40-17a6-4858-bc4e-f32e31186fd2" providerId="ADAL" clId="{12A1E747-4FA6-314B-B3C0-E332ACDC0F70}" dt="2025-01-30T15:48:20.705" v="1126" actId="1076"/>
          <ac:picMkLst>
            <pc:docMk/>
            <pc:sldMk cId="390824357" sldId="277"/>
            <ac:picMk id="6" creationId="{50E21800-7EAB-6F48-FB37-35FEBF65AC7F}"/>
          </ac:picMkLst>
        </pc:picChg>
      </pc:sldChg>
      <pc:sldChg chg="addSp delSp modSp new mod modAnim">
        <pc:chgData name="Romano, M. Carmen" userId="aa8fdb40-17a6-4858-bc4e-f32e31186fd2" providerId="ADAL" clId="{12A1E747-4FA6-314B-B3C0-E332ACDC0F70}" dt="2025-01-30T15:59:11.835" v="1418"/>
        <pc:sldMkLst>
          <pc:docMk/>
          <pc:sldMk cId="4224715397" sldId="278"/>
        </pc:sldMkLst>
        <pc:spChg chg="mod">
          <ac:chgData name="Romano, M. Carmen" userId="aa8fdb40-17a6-4858-bc4e-f32e31186fd2" providerId="ADAL" clId="{12A1E747-4FA6-314B-B3C0-E332ACDC0F70}" dt="2025-01-30T15:56:03.842" v="1286" actId="1076"/>
          <ac:spMkLst>
            <pc:docMk/>
            <pc:sldMk cId="4224715397" sldId="278"/>
            <ac:spMk id="2" creationId="{43C6E19A-64B5-C611-47AF-AA9A1407C01F}"/>
          </ac:spMkLst>
        </pc:spChg>
        <pc:spChg chg="add mod">
          <ac:chgData name="Romano, M. Carmen" userId="aa8fdb40-17a6-4858-bc4e-f32e31186fd2" providerId="ADAL" clId="{12A1E747-4FA6-314B-B3C0-E332ACDC0F70}" dt="2025-01-30T15:53:53.400" v="1202" actId="164"/>
          <ac:spMkLst>
            <pc:docMk/>
            <pc:sldMk cId="4224715397" sldId="278"/>
            <ac:spMk id="5" creationId="{67F429F2-B3DD-82ED-A4D5-12112AFDA278}"/>
          </ac:spMkLst>
        </pc:spChg>
        <pc:spChg chg="add mod">
          <ac:chgData name="Romano, M. Carmen" userId="aa8fdb40-17a6-4858-bc4e-f32e31186fd2" providerId="ADAL" clId="{12A1E747-4FA6-314B-B3C0-E332ACDC0F70}" dt="2025-01-30T15:56:06.625" v="1287" actId="1076"/>
          <ac:spMkLst>
            <pc:docMk/>
            <pc:sldMk cId="4224715397" sldId="278"/>
            <ac:spMk id="7" creationId="{86AD567C-BFF6-7078-941C-6CEC16CA01CE}"/>
          </ac:spMkLst>
        </pc:spChg>
        <pc:spChg chg="add mod">
          <ac:chgData name="Romano, M. Carmen" userId="aa8fdb40-17a6-4858-bc4e-f32e31186fd2" providerId="ADAL" clId="{12A1E747-4FA6-314B-B3C0-E332ACDC0F70}" dt="2025-01-30T15:56:11.824" v="1289" actId="1076"/>
          <ac:spMkLst>
            <pc:docMk/>
            <pc:sldMk cId="4224715397" sldId="278"/>
            <ac:spMk id="8" creationId="{8B061B16-C64D-DE67-4E40-F00132A67E4C}"/>
          </ac:spMkLst>
        </pc:spChg>
        <pc:spChg chg="add mod">
          <ac:chgData name="Romano, M. Carmen" userId="aa8fdb40-17a6-4858-bc4e-f32e31186fd2" providerId="ADAL" clId="{12A1E747-4FA6-314B-B3C0-E332ACDC0F70}" dt="2025-01-30T15:55:52.478" v="1285" actId="164"/>
          <ac:spMkLst>
            <pc:docMk/>
            <pc:sldMk cId="4224715397" sldId="278"/>
            <ac:spMk id="10" creationId="{145EC1B8-C8F0-F66B-A692-84A7CAD53295}"/>
          </ac:spMkLst>
        </pc:spChg>
        <pc:spChg chg="add mod">
          <ac:chgData name="Romano, M. Carmen" userId="aa8fdb40-17a6-4858-bc4e-f32e31186fd2" providerId="ADAL" clId="{12A1E747-4FA6-314B-B3C0-E332ACDC0F70}" dt="2025-01-30T15:57:19.410" v="1401" actId="20577"/>
          <ac:spMkLst>
            <pc:docMk/>
            <pc:sldMk cId="4224715397" sldId="278"/>
            <ac:spMk id="12" creationId="{C7AAF999-9260-AB9E-8953-D27D6C0E3A69}"/>
          </ac:spMkLst>
        </pc:spChg>
        <pc:spChg chg="add mod">
          <ac:chgData name="Romano, M. Carmen" userId="aa8fdb40-17a6-4858-bc4e-f32e31186fd2" providerId="ADAL" clId="{12A1E747-4FA6-314B-B3C0-E332ACDC0F70}" dt="2025-01-30T15:58:34.170" v="1410" actId="164"/>
          <ac:spMkLst>
            <pc:docMk/>
            <pc:sldMk cId="4224715397" sldId="278"/>
            <ac:spMk id="14" creationId="{8637D3B6-FFE9-BAED-D00F-865CB3038796}"/>
          </ac:spMkLst>
        </pc:spChg>
        <pc:grpChg chg="add mod">
          <ac:chgData name="Romano, M. Carmen" userId="aa8fdb40-17a6-4858-bc4e-f32e31186fd2" providerId="ADAL" clId="{12A1E747-4FA6-314B-B3C0-E332ACDC0F70}" dt="2025-01-30T15:56:08.505" v="1288" actId="1076"/>
          <ac:grpSpMkLst>
            <pc:docMk/>
            <pc:sldMk cId="4224715397" sldId="278"/>
            <ac:grpSpMk id="6" creationId="{CF777B52-E997-4E58-7B96-E248E8AC08A6}"/>
          </ac:grpSpMkLst>
        </pc:grpChg>
        <pc:grpChg chg="add mod">
          <ac:chgData name="Romano, M. Carmen" userId="aa8fdb40-17a6-4858-bc4e-f32e31186fd2" providerId="ADAL" clId="{12A1E747-4FA6-314B-B3C0-E332ACDC0F70}" dt="2025-01-30T15:56:19.785" v="1291" actId="1076"/>
          <ac:grpSpMkLst>
            <pc:docMk/>
            <pc:sldMk cId="4224715397" sldId="278"/>
            <ac:grpSpMk id="11" creationId="{0F99413C-9568-DC89-1531-19FD7D2EE35D}"/>
          </ac:grpSpMkLst>
        </pc:grpChg>
        <pc:grpChg chg="add mod">
          <ac:chgData name="Romano, M. Carmen" userId="aa8fdb40-17a6-4858-bc4e-f32e31186fd2" providerId="ADAL" clId="{12A1E747-4FA6-314B-B3C0-E332ACDC0F70}" dt="2025-01-30T15:58:34.170" v="1410" actId="164"/>
          <ac:grpSpMkLst>
            <pc:docMk/>
            <pc:sldMk cId="4224715397" sldId="278"/>
            <ac:grpSpMk id="15" creationId="{F688313A-D69A-786F-33AE-7B88CEB7DF2F}"/>
          </ac:grpSpMkLst>
        </pc:grpChg>
        <pc:picChg chg="add mod">
          <ac:chgData name="Romano, M. Carmen" userId="aa8fdb40-17a6-4858-bc4e-f32e31186fd2" providerId="ADAL" clId="{12A1E747-4FA6-314B-B3C0-E332ACDC0F70}" dt="2025-01-30T15:53:53.400" v="1202" actId="164"/>
          <ac:picMkLst>
            <pc:docMk/>
            <pc:sldMk cId="4224715397" sldId="278"/>
            <ac:picMk id="4" creationId="{3C4A6DD7-1882-6CD5-B5B7-667785780A33}"/>
          </ac:picMkLst>
        </pc:picChg>
        <pc:picChg chg="add mod">
          <ac:chgData name="Romano, M. Carmen" userId="aa8fdb40-17a6-4858-bc4e-f32e31186fd2" providerId="ADAL" clId="{12A1E747-4FA6-314B-B3C0-E332ACDC0F70}" dt="2025-01-30T15:55:52.478" v="1285" actId="164"/>
          <ac:picMkLst>
            <pc:docMk/>
            <pc:sldMk cId="4224715397" sldId="278"/>
            <ac:picMk id="9" creationId="{E13E0565-D229-8C31-5A54-FAFFD98E66DB}"/>
          </ac:picMkLst>
        </pc:picChg>
        <pc:picChg chg="add mod">
          <ac:chgData name="Romano, M. Carmen" userId="aa8fdb40-17a6-4858-bc4e-f32e31186fd2" providerId="ADAL" clId="{12A1E747-4FA6-314B-B3C0-E332ACDC0F70}" dt="2025-01-30T15:58:34.170" v="1410" actId="164"/>
          <ac:picMkLst>
            <pc:docMk/>
            <pc:sldMk cId="4224715397" sldId="278"/>
            <ac:picMk id="13" creationId="{5D62C259-45BA-C24B-8E49-CCCDF036F00C}"/>
          </ac:picMkLst>
        </pc:picChg>
      </pc:sldChg>
      <pc:sldChg chg="addSp modSp new mod modAnim">
        <pc:chgData name="Romano, M. Carmen" userId="aa8fdb40-17a6-4858-bc4e-f32e31186fd2" providerId="ADAL" clId="{12A1E747-4FA6-314B-B3C0-E332ACDC0F70}" dt="2025-01-30T16:09:13.389" v="1622"/>
        <pc:sldMkLst>
          <pc:docMk/>
          <pc:sldMk cId="2001097812" sldId="279"/>
        </pc:sldMkLst>
        <pc:spChg chg="mod">
          <ac:chgData name="Romano, M. Carmen" userId="aa8fdb40-17a6-4858-bc4e-f32e31186fd2" providerId="ADAL" clId="{12A1E747-4FA6-314B-B3C0-E332ACDC0F70}" dt="2025-01-30T16:01:29.754" v="1434" actId="207"/>
          <ac:spMkLst>
            <pc:docMk/>
            <pc:sldMk cId="2001097812" sldId="279"/>
            <ac:spMk id="2" creationId="{3E95EAF3-D356-2E93-78AA-3D6276408450}"/>
          </ac:spMkLst>
        </pc:spChg>
        <pc:spChg chg="mod">
          <ac:chgData name="Romano, M. Carmen" userId="aa8fdb40-17a6-4858-bc4e-f32e31186fd2" providerId="ADAL" clId="{12A1E747-4FA6-314B-B3C0-E332ACDC0F70}" dt="2025-01-30T16:02:28.793" v="1585" actId="20577"/>
          <ac:spMkLst>
            <pc:docMk/>
            <pc:sldMk cId="2001097812" sldId="279"/>
            <ac:spMk id="3" creationId="{3B410D89-D984-A48E-B2DD-AB6A3F49235D}"/>
          </ac:spMkLst>
        </pc:spChg>
        <pc:picChg chg="add mod">
          <ac:chgData name="Romano, M. Carmen" userId="aa8fdb40-17a6-4858-bc4e-f32e31186fd2" providerId="ADAL" clId="{12A1E747-4FA6-314B-B3C0-E332ACDC0F70}" dt="2025-01-30T16:02:48.401" v="1588" actId="1076"/>
          <ac:picMkLst>
            <pc:docMk/>
            <pc:sldMk cId="2001097812" sldId="279"/>
            <ac:picMk id="4" creationId="{314F375F-C143-0C40-7880-1C074684627A}"/>
          </ac:picMkLst>
        </pc:picChg>
        <pc:picChg chg="add mod">
          <ac:chgData name="Romano, M. Carmen" userId="aa8fdb40-17a6-4858-bc4e-f32e31186fd2" providerId="ADAL" clId="{12A1E747-4FA6-314B-B3C0-E332ACDC0F70}" dt="2025-01-30T16:06:09.281" v="1592" actId="1076"/>
          <ac:picMkLst>
            <pc:docMk/>
            <pc:sldMk cId="2001097812" sldId="279"/>
            <ac:picMk id="5" creationId="{FDBE5B4F-F053-39F5-DD67-640A6ED74850}"/>
          </ac:picMkLst>
        </pc:picChg>
        <pc:picChg chg="add mod">
          <ac:chgData name="Romano, M. Carmen" userId="aa8fdb40-17a6-4858-bc4e-f32e31186fd2" providerId="ADAL" clId="{12A1E747-4FA6-314B-B3C0-E332ACDC0F70}" dt="2025-01-30T16:06:31.782" v="1595" actId="1076"/>
          <ac:picMkLst>
            <pc:docMk/>
            <pc:sldMk cId="2001097812" sldId="279"/>
            <ac:picMk id="6" creationId="{51AF7549-1686-2B49-A3D4-D3C3B464E899}"/>
          </ac:picMkLst>
        </pc:picChg>
        <pc:picChg chg="add mod">
          <ac:chgData name="Romano, M. Carmen" userId="aa8fdb40-17a6-4858-bc4e-f32e31186fd2" providerId="ADAL" clId="{12A1E747-4FA6-314B-B3C0-E332ACDC0F70}" dt="2025-01-30T16:06:55.386" v="1602" actId="1076"/>
          <ac:picMkLst>
            <pc:docMk/>
            <pc:sldMk cId="2001097812" sldId="279"/>
            <ac:picMk id="7" creationId="{2DFD9BAD-90A1-BE3E-63CC-DE7E2EC32F56}"/>
          </ac:picMkLst>
        </pc:picChg>
        <pc:picChg chg="add mod">
          <ac:chgData name="Romano, M. Carmen" userId="aa8fdb40-17a6-4858-bc4e-f32e31186fd2" providerId="ADAL" clId="{12A1E747-4FA6-314B-B3C0-E332ACDC0F70}" dt="2025-01-30T16:07:56.977" v="1609" actId="1076"/>
          <ac:picMkLst>
            <pc:docMk/>
            <pc:sldMk cId="2001097812" sldId="279"/>
            <ac:picMk id="8" creationId="{5000A77E-3B50-4D3F-C177-3EEAD56B319C}"/>
          </ac:picMkLst>
        </pc:picChg>
        <pc:picChg chg="add mod">
          <ac:chgData name="Romano, M. Carmen" userId="aa8fdb40-17a6-4858-bc4e-f32e31186fd2" providerId="ADAL" clId="{12A1E747-4FA6-314B-B3C0-E332ACDC0F70}" dt="2025-01-30T16:08:24.858" v="1615" actId="1076"/>
          <ac:picMkLst>
            <pc:docMk/>
            <pc:sldMk cId="2001097812" sldId="279"/>
            <ac:picMk id="9" creationId="{A9D31ADB-796E-58C0-E947-3BE7C6AE9B01}"/>
          </ac:picMkLst>
        </pc:picChg>
      </pc:sldChg>
      <pc:sldChg chg="addSp modSp new mod">
        <pc:chgData name="Romano, M. Carmen" userId="aa8fdb40-17a6-4858-bc4e-f32e31186fd2" providerId="ADAL" clId="{12A1E747-4FA6-314B-B3C0-E332ACDC0F70}" dt="2025-01-30T16:13:30.223" v="1895" actId="207"/>
        <pc:sldMkLst>
          <pc:docMk/>
          <pc:sldMk cId="2658332822" sldId="280"/>
        </pc:sldMkLst>
        <pc:spChg chg="mod">
          <ac:chgData name="Romano, M. Carmen" userId="aa8fdb40-17a6-4858-bc4e-f32e31186fd2" providerId="ADAL" clId="{12A1E747-4FA6-314B-B3C0-E332ACDC0F70}" dt="2025-01-30T16:10:59.001" v="1636" actId="207"/>
          <ac:spMkLst>
            <pc:docMk/>
            <pc:sldMk cId="2658332822" sldId="280"/>
            <ac:spMk id="2" creationId="{1BA60CF5-0461-4E20-6A48-8CFA22240733}"/>
          </ac:spMkLst>
        </pc:spChg>
        <pc:spChg chg="mod">
          <ac:chgData name="Romano, M. Carmen" userId="aa8fdb40-17a6-4858-bc4e-f32e31186fd2" providerId="ADAL" clId="{12A1E747-4FA6-314B-B3C0-E332ACDC0F70}" dt="2025-01-30T16:13:30.223" v="1895" actId="207"/>
          <ac:spMkLst>
            <pc:docMk/>
            <pc:sldMk cId="2658332822" sldId="280"/>
            <ac:spMk id="3" creationId="{B37E11AC-0D74-D543-E59B-E64C3E3196B6}"/>
          </ac:spMkLst>
        </pc:spChg>
        <pc:picChg chg="add mod">
          <ac:chgData name="Romano, M. Carmen" userId="aa8fdb40-17a6-4858-bc4e-f32e31186fd2" providerId="ADAL" clId="{12A1E747-4FA6-314B-B3C0-E332ACDC0F70}" dt="2025-01-30T16:11:54.361" v="1702" actId="1076"/>
          <ac:picMkLst>
            <pc:docMk/>
            <pc:sldMk cId="2658332822" sldId="280"/>
            <ac:picMk id="4" creationId="{93DA0409-113F-A858-3457-9079E1939FAD}"/>
          </ac:picMkLst>
        </pc:picChg>
      </pc:sldChg>
      <pc:sldChg chg="modSp new del mod">
        <pc:chgData name="Romano, M. Carmen" userId="aa8fdb40-17a6-4858-bc4e-f32e31186fd2" providerId="ADAL" clId="{12A1E747-4FA6-314B-B3C0-E332ACDC0F70}" dt="2025-01-30T16:15:10.154" v="1914" actId="2696"/>
        <pc:sldMkLst>
          <pc:docMk/>
          <pc:sldMk cId="3077677451" sldId="281"/>
        </pc:sldMkLst>
      </pc:sldChg>
      <pc:sldChg chg="addSp modSp add mod">
        <pc:chgData name="Romano, M. Carmen" userId="aa8fdb40-17a6-4858-bc4e-f32e31186fd2" providerId="ADAL" clId="{12A1E747-4FA6-314B-B3C0-E332ACDC0F70}" dt="2025-01-31T05:55:27.303" v="2055" actId="207"/>
        <pc:sldMkLst>
          <pc:docMk/>
          <pc:sldMk cId="3853770370" sldId="281"/>
        </pc:sldMkLst>
        <pc:spChg chg="add mod">
          <ac:chgData name="Romano, M. Carmen" userId="aa8fdb40-17a6-4858-bc4e-f32e31186fd2" providerId="ADAL" clId="{12A1E747-4FA6-314B-B3C0-E332ACDC0F70}" dt="2025-01-31T05:55:27.303" v="2055" actId="207"/>
          <ac:spMkLst>
            <pc:docMk/>
            <pc:sldMk cId="3853770370" sldId="281"/>
            <ac:spMk id="5" creationId="{B52639E7-790F-B26B-F438-E27F7201B314}"/>
          </ac:spMkLst>
        </pc:spChg>
      </pc:sldChg>
      <pc:sldChg chg="addSp modSp add del mod">
        <pc:chgData name="Romano, M. Carmen" userId="aa8fdb40-17a6-4858-bc4e-f32e31186fd2" providerId="ADAL" clId="{12A1E747-4FA6-314B-B3C0-E332ACDC0F70}" dt="2025-02-07T12:10:13.268" v="2238" actId="2696"/>
        <pc:sldMkLst>
          <pc:docMk/>
          <pc:sldMk cId="1835083150" sldId="282"/>
        </pc:sldMkLst>
      </pc:sldChg>
      <pc:sldChg chg="addSp delSp modSp add mod">
        <pc:chgData name="Romano, M. Carmen" userId="aa8fdb40-17a6-4858-bc4e-f32e31186fd2" providerId="ADAL" clId="{12A1E747-4FA6-314B-B3C0-E332ACDC0F70}" dt="2025-02-07T12:10:26.663" v="2240" actId="20577"/>
        <pc:sldMkLst>
          <pc:docMk/>
          <pc:sldMk cId="1069100969" sldId="283"/>
        </pc:sldMkLst>
        <pc:spChg chg="add mod">
          <ac:chgData name="Romano, M. Carmen" userId="aa8fdb40-17a6-4858-bc4e-f32e31186fd2" providerId="ADAL" clId="{12A1E747-4FA6-314B-B3C0-E332ACDC0F70}" dt="2025-01-31T05:55:42.123" v="2057"/>
          <ac:spMkLst>
            <pc:docMk/>
            <pc:sldMk cId="1069100969" sldId="283"/>
            <ac:spMk id="2" creationId="{24700C4B-8A45-9DBD-10A7-3AD92CD8E3AB}"/>
          </ac:spMkLst>
        </pc:spChg>
        <pc:spChg chg="add mod">
          <ac:chgData name="Romano, M. Carmen" userId="aa8fdb40-17a6-4858-bc4e-f32e31186fd2" providerId="ADAL" clId="{12A1E747-4FA6-314B-B3C0-E332ACDC0F70}" dt="2025-02-07T12:08:38.991" v="2225" actId="20577"/>
          <ac:spMkLst>
            <pc:docMk/>
            <pc:sldMk cId="1069100969" sldId="283"/>
            <ac:spMk id="3" creationId="{EA7F99A4-E7D5-4AD9-423A-92FDF1FCDD57}"/>
          </ac:spMkLst>
        </pc:spChg>
        <pc:spChg chg="mod">
          <ac:chgData name="Romano, M. Carmen" userId="aa8fdb40-17a6-4858-bc4e-f32e31186fd2" providerId="ADAL" clId="{12A1E747-4FA6-314B-B3C0-E332ACDC0F70}" dt="2025-02-07T12:10:26.663" v="2240" actId="20577"/>
          <ac:spMkLst>
            <pc:docMk/>
            <pc:sldMk cId="1069100969" sldId="283"/>
            <ac:spMk id="4" creationId="{8A45BF63-9AAE-1A1D-C845-C0CCF510D7BF}"/>
          </ac:spMkLst>
        </pc:spChg>
        <pc:spChg chg="mod">
          <ac:chgData name="Romano, M. Carmen" userId="aa8fdb40-17a6-4858-bc4e-f32e31186fd2" providerId="ADAL" clId="{12A1E747-4FA6-314B-B3C0-E332ACDC0F70}" dt="2025-02-07T12:09:00.349" v="2230" actId="1076"/>
          <ac:spMkLst>
            <pc:docMk/>
            <pc:sldMk cId="1069100969" sldId="283"/>
            <ac:spMk id="9" creationId="{AC657A93-8F33-9610-A905-A9889A139C70}"/>
          </ac:spMkLst>
        </pc:spChg>
        <pc:spChg chg="add mod">
          <ac:chgData name="Romano, M. Carmen" userId="aa8fdb40-17a6-4858-bc4e-f32e31186fd2" providerId="ADAL" clId="{12A1E747-4FA6-314B-B3C0-E332ACDC0F70}" dt="2025-02-07T12:08:13.509" v="2216" actId="1076"/>
          <ac:spMkLst>
            <pc:docMk/>
            <pc:sldMk cId="1069100969" sldId="283"/>
            <ac:spMk id="10" creationId="{410BDE44-2955-E2E4-3B04-AFB40AA0079D}"/>
          </ac:spMkLst>
        </pc:spChg>
        <pc:spChg chg="add mod">
          <ac:chgData name="Romano, M. Carmen" userId="aa8fdb40-17a6-4858-bc4e-f32e31186fd2" providerId="ADAL" clId="{12A1E747-4FA6-314B-B3C0-E332ACDC0F70}" dt="2025-02-07T12:09:10.125" v="2236" actId="1076"/>
          <ac:spMkLst>
            <pc:docMk/>
            <pc:sldMk cId="1069100969" sldId="283"/>
            <ac:spMk id="11" creationId="{27999D0D-2DC9-3CCF-1B46-1CE046B9D611}"/>
          </ac:spMkLst>
        </pc:spChg>
      </pc:sldChg>
      <pc:sldChg chg="add del">
        <pc:chgData name="Romano, M. Carmen" userId="aa8fdb40-17a6-4858-bc4e-f32e31186fd2" providerId="ADAL" clId="{12A1E747-4FA6-314B-B3C0-E332ACDC0F70}" dt="2025-02-07T12:09:19.290" v="2237" actId="2696"/>
        <pc:sldMkLst>
          <pc:docMk/>
          <pc:sldMk cId="1653159937" sldId="284"/>
        </pc:sldMkLst>
      </pc:sldChg>
      <pc:sldChg chg="addSp delSp modSp add del mod">
        <pc:chgData name="Romano, M. Carmen" userId="aa8fdb40-17a6-4858-bc4e-f32e31186fd2" providerId="ADAL" clId="{12A1E747-4FA6-314B-B3C0-E332ACDC0F70}" dt="2025-01-31T06:06:46.019" v="2080" actId="2696"/>
        <pc:sldMkLst>
          <pc:docMk/>
          <pc:sldMk cId="3214802725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14E-4228-7F39-60A7-6C551C27E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DFEF4-2731-E402-9528-050E32E39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AE690-1F82-BCFE-FA7D-EF72B6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6C26-663A-5A21-AA73-7B75A3BF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21E4-13B7-EAF3-D686-CB48CE8E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6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B6BD-CA31-EAEF-09C7-47E0A536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EC5A-894C-ABEB-9189-25328866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0AC2C-F581-38E9-1056-4F10A02F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070DC-F3C8-5A55-848F-55869C79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41051-B8B9-D167-59E0-337B20F1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4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CCF6-146B-E0B2-00C8-6F0B764F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93294-BD1A-DDCF-A703-FC6D5835A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37ECB-AB23-FF24-7AEB-47970068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A500-07E5-3CD4-2939-09BFF22CA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5330-9CEF-E5BE-6075-89BFB3A9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0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5686-BE7F-1194-AE9D-63A42B49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05E9-5B43-DB24-9676-491CBBEE8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D1F39-F4F0-0B38-DD89-5BF129EDD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833F8-6AB7-4B55-419A-3A7BAF72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25B73-AA97-6942-D86F-4DCA0322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B7B44-82DD-98D9-EAFA-0349A864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7216-BC08-5622-A007-C8BFBFDE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C7BF7-CEB0-9A0C-B1DD-1B1493F74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BC5C3-A7BC-A35A-07BA-5638E9995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129A7-BBD9-3E91-1720-DF792DB74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0D7AF-AEFE-46C3-1A5B-C1BE0F609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0D796A-B608-87F4-BFB6-1D0255C0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25E31-7565-9E60-C322-6FD91F51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735B8-96D2-D0A4-C89B-549B95C5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60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1364-101C-C7F4-2494-E3A0935B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1DF8C-C88A-3F9D-8FA8-A49BBF77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72C0A-DFBC-6E0B-E44C-F84124A8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E880F-25A4-8145-70E9-1B18CED2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0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2226D-CC77-D664-5F4E-161529A3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DB860-2452-3767-933A-B1B933A0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92E0-6105-88AB-5F8F-C9D01142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1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75F7-3D93-1D98-C990-B530A314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8A3A1-CD30-9AA8-D179-9C48014CE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441BE-A8F7-89B9-AF51-B5AA572B9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9C5B2-EEB7-7C5A-0D5A-00AAFC83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E90F-AA92-9570-9465-74FAC3D6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DA61D-723B-0923-ED85-25D22F95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8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FC2B-BDE9-8439-AC07-600855E1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07EC7-9A53-4E1A-9302-479D0BA0B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DF45F-87FB-72B5-305D-45D2F4B00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C3DEC-A87D-55B0-85A7-A9C15634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5251B-37F0-A5B5-E75F-16082896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3D2A9-2E85-FC68-4C7E-5CB80C02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2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3D27-8D2E-A853-6EE7-EBCAAAB1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98C5B-6DA8-D25A-830B-EDFE07316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161A-5EAB-A2A1-DE66-BE761E5C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5BA6D-134B-2962-7187-02A5EDBB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EEBA3-482C-D3F5-BC07-81515DD7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1EA86-2485-478C-F79C-1AAAA9611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2493-5A13-9F5B-D126-880797A70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E1D8E-02B9-5AC5-9584-68A79EA8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23BCC-67B8-8F70-04F8-866B6D5A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9BE3A-C139-C978-8BC7-671A3E02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2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2AE80-E453-F823-1F0E-60CB8198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4DA0-A707-C33F-CDD5-9FDDB584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1D752-5096-BE52-008B-C411D0625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4FCFE-2025-4540-96B6-DEBD1CED0EBC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C11BB-A1DB-E5D6-A54D-CDA4AD597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58550-91F0-2CB4-C1C6-B27F0581A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EA3DB-A9CC-CC48-9718-46594248F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5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F6E6-8F4F-EAFA-C37D-86615BA4C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Probability Fundamentals</a:t>
            </a:r>
          </a:p>
        </p:txBody>
      </p:sp>
    </p:spTree>
    <p:extLst>
      <p:ext uri="{BB962C8B-B14F-4D97-AF65-F5344CB8AC3E}">
        <p14:creationId xmlns:p14="http://schemas.microsoft.com/office/powerpoint/2010/main" val="67365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6DF4-20EA-C207-570F-D711AF65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EFBA0-FF67-F461-7D3F-A6D457764B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experiment is </a:t>
                </a:r>
                <a:r>
                  <a:rPr lang="en-US" dirty="0">
                    <a:solidFill>
                      <a:srgbClr val="00B050"/>
                    </a:solidFill>
                  </a:rPr>
                  <a:t>random </a:t>
                </a:r>
                <a:r>
                  <a:rPr lang="en-US" dirty="0"/>
                  <a:t>if it can be repeated any number of times, and the result is only known after the experiment has been completed.</a:t>
                </a:r>
              </a:p>
              <a:p>
                <a:r>
                  <a:rPr lang="en-US" dirty="0"/>
                  <a:t>Possible outcome of experiment is called </a:t>
                </a:r>
                <a:r>
                  <a:rPr lang="en-US" dirty="0">
                    <a:solidFill>
                      <a:srgbClr val="00B050"/>
                    </a:solidFill>
                  </a:rPr>
                  <a:t>event</a:t>
                </a:r>
                <a:r>
                  <a:rPr lang="en-US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Set of all possible events: </a:t>
                </a:r>
                <a:r>
                  <a:rPr lang="en-US" dirty="0">
                    <a:solidFill>
                      <a:srgbClr val="00B050"/>
                    </a:solidFill>
                  </a:rPr>
                  <a:t>sample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EFBA0-FF67-F461-7D3F-A6D457764B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88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F5909-9963-AF79-6817-CF5DFB96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099B-D204-BC50-C18B-24F544FD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3677C-1B97-1829-AB6A-A00383B344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experiment is </a:t>
                </a:r>
                <a:r>
                  <a:rPr lang="en-US" dirty="0">
                    <a:solidFill>
                      <a:srgbClr val="00B050"/>
                    </a:solidFill>
                  </a:rPr>
                  <a:t>random </a:t>
                </a:r>
                <a:r>
                  <a:rPr lang="en-US" dirty="0"/>
                  <a:t>if it can be repeated any number of times, and the result is only known after the experiment has been completed.</a:t>
                </a:r>
              </a:p>
              <a:p>
                <a:r>
                  <a:rPr lang="en-US" dirty="0"/>
                  <a:t>Possible outcome of experiment is called </a:t>
                </a:r>
                <a:r>
                  <a:rPr lang="en-US" dirty="0">
                    <a:solidFill>
                      <a:srgbClr val="00B050"/>
                    </a:solidFill>
                  </a:rPr>
                  <a:t>event</a:t>
                </a:r>
                <a:r>
                  <a:rPr lang="en-US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Set of all possible events: </a:t>
                </a:r>
                <a:r>
                  <a:rPr lang="en-US" dirty="0">
                    <a:solidFill>
                      <a:srgbClr val="00B050"/>
                    </a:solidFill>
                  </a:rPr>
                  <a:t>sample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Example 1: rolling one die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{1,2,3,4,5,6}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B3677C-1B97-1829-AB6A-A00383B34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50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04C7-D238-F10C-9915-3F94E723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1023-F3A3-00DE-4956-E5B6387D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Random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7D795-D168-671F-5203-453340623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experiment is </a:t>
                </a:r>
                <a:r>
                  <a:rPr lang="en-US" dirty="0">
                    <a:solidFill>
                      <a:srgbClr val="00B050"/>
                    </a:solidFill>
                  </a:rPr>
                  <a:t>random </a:t>
                </a:r>
                <a:r>
                  <a:rPr lang="en-US" dirty="0"/>
                  <a:t>if it can be repeated any number of times, and the result is only known after the experiment has been completed.</a:t>
                </a:r>
              </a:p>
              <a:p>
                <a:r>
                  <a:rPr lang="en-US" dirty="0"/>
                  <a:t>Possible outcome of experiment is called </a:t>
                </a:r>
                <a:r>
                  <a:rPr lang="en-US" dirty="0">
                    <a:solidFill>
                      <a:srgbClr val="00B050"/>
                    </a:solidFill>
                  </a:rPr>
                  <a:t>elementary event</a:t>
                </a:r>
                <a:r>
                  <a:rPr lang="en-US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Set of all possible events: </a:t>
                </a:r>
                <a:r>
                  <a:rPr lang="en-US" dirty="0">
                    <a:solidFill>
                      <a:srgbClr val="00B050"/>
                    </a:solidFill>
                  </a:rPr>
                  <a:t>sample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Example 1: rolling one die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{1,2,3,4,5,6}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Example 2: rolling two dice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97D795-D168-671F-5203-453340623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B74D00E-590F-294D-8626-DDA6729CD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623" y="4797019"/>
            <a:ext cx="5157529" cy="19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4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7D48-75ED-4E34-8E1D-E5A39038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Subsets and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00366-F845-1F29-43E8-3271C4D92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Every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can be used to define an event.</a:t>
                </a:r>
              </a:p>
              <a:p>
                <a:pPr marL="0" indent="0">
                  <a:buNone/>
                </a:pPr>
                <a:r>
                  <a:rPr lang="en-US" dirty="0"/>
                  <a:t>For example: </a:t>
                </a:r>
              </a:p>
              <a:p>
                <a:pPr marL="0" indent="0">
                  <a:buNone/>
                </a:pPr>
                <a:r>
                  <a:rPr lang="en-US" dirty="0"/>
                  <a:t>The event 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defined as upper faces of both dice contain the same number of dots.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00B050"/>
                    </a:solidFill>
                  </a:rPr>
                  <a:t>composite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rgbClr val="00B050"/>
                    </a:solidFill>
                  </a:rPr>
                  <a:t>complementary event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is also an event, the so-called </a:t>
                </a:r>
                <a:r>
                  <a:rPr lang="en-US" dirty="0">
                    <a:solidFill>
                      <a:srgbClr val="00B050"/>
                    </a:solidFill>
                  </a:rPr>
                  <a:t>sure event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The null set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B050"/>
                    </a:solidFill>
                  </a:rPr>
                  <a:t>impossible event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00366-F845-1F29-43E8-3271C4D92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1A3355-B378-4C6F-ECAB-95400D355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50" y="3826981"/>
            <a:ext cx="5159979" cy="38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2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9BC5-2268-8A9D-A148-B021AFBF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Venn diagrams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E6C04-94F8-52A3-3627-E21F2E6F9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61" y="2039380"/>
            <a:ext cx="5704894" cy="4324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D94105-BF19-8D1F-8CE4-4F662541D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49" y="2869856"/>
            <a:ext cx="627449" cy="352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0522E0-9129-5889-5B2A-FF96A1870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518" y="2930095"/>
            <a:ext cx="762762" cy="352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42D3B-075F-B139-116E-AC90FA0E3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706" y="4982863"/>
            <a:ext cx="469392" cy="352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A29B07-B19B-413F-D76A-94EE2BEC4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761" y="4982863"/>
            <a:ext cx="215138" cy="35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7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CB05-5D53-AF09-3398-C0987104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Venn diagrams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5F133-55CD-A346-A657-11BA3BEF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47" y="2625510"/>
            <a:ext cx="4651547" cy="195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0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2159-9953-0430-2DF8-03BD3FB5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Relative frequency and probability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45C533-099C-851C-DE92-E153AAA44C7A}"/>
              </a:ext>
            </a:extLst>
          </p:cNvPr>
          <p:cNvGrpSpPr/>
          <p:nvPr/>
        </p:nvGrpSpPr>
        <p:grpSpPr>
          <a:xfrm>
            <a:off x="969761" y="1862952"/>
            <a:ext cx="8658302" cy="509545"/>
            <a:chOff x="969761" y="1862952"/>
            <a:chExt cx="8658302" cy="5095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60F13D8-3D4C-C801-4E14-0E77B3DB2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9761" y="1862952"/>
              <a:ext cx="2427832" cy="50954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B6385B-B495-785D-557B-F7AE9FA4AC47}"/>
                </a:ext>
              </a:extLst>
            </p:cNvPr>
            <p:cNvSpPr txBox="1"/>
            <p:nvPr/>
          </p:nvSpPr>
          <p:spPr>
            <a:xfrm>
              <a:off x="5647037" y="1933058"/>
              <a:ext cx="3981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Experiment with m possible outcomes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2BA911-CB9C-6163-045A-A718CB1921B8}"/>
              </a:ext>
            </a:extLst>
          </p:cNvPr>
          <p:cNvGrpSpPr/>
          <p:nvPr/>
        </p:nvGrpSpPr>
        <p:grpSpPr>
          <a:xfrm>
            <a:off x="752527" y="2908428"/>
            <a:ext cx="11023462" cy="1197450"/>
            <a:chOff x="752527" y="2908428"/>
            <a:chExt cx="11023462" cy="11974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E84521-15B1-9F2B-5D1C-7BBA5660E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527" y="2908428"/>
              <a:ext cx="2645066" cy="104114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0932DC-5C6B-01DF-F656-AC56A34B6250}"/>
                </a:ext>
              </a:extLst>
            </p:cNvPr>
            <p:cNvSpPr txBox="1"/>
            <p:nvPr/>
          </p:nvSpPr>
          <p:spPr>
            <a:xfrm>
              <a:off x="5647037" y="3182548"/>
              <a:ext cx="61289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perform the experiment n times and calculate the absolute and relative frequencies for each possible outcome.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7C9124-F6F1-40AD-D251-DC75008649B8}"/>
              </a:ext>
            </a:extLst>
          </p:cNvPr>
          <p:cNvSpPr txBox="1"/>
          <p:nvPr/>
        </p:nvSpPr>
        <p:spPr>
          <a:xfrm>
            <a:off x="5647037" y="4867186"/>
            <a:ext cx="5706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we repeat the experiment a large number of times (n </a:t>
            </a:r>
            <a:r>
              <a:rPr lang="en-US" dirty="0">
                <a:sym typeface="Wingdings" pitchFamily="2" charset="2"/>
              </a:rPr>
              <a:t> ∞). The relative frequency will converge to a limiting value.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E6FCA4-1016-56C7-3ED4-5738B3B62DC5}"/>
              </a:ext>
            </a:extLst>
          </p:cNvPr>
          <p:cNvGrpSpPr/>
          <p:nvPr/>
        </p:nvGrpSpPr>
        <p:grpSpPr>
          <a:xfrm>
            <a:off x="1062681" y="4890523"/>
            <a:ext cx="2698944" cy="1602352"/>
            <a:chOff x="1062681" y="4890523"/>
            <a:chExt cx="2698944" cy="16023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25D2A09-FD23-795F-099C-19FA878F3ED4}"/>
                    </a:ext>
                  </a:extLst>
                </p:cNvPr>
                <p:cNvSpPr txBox="1"/>
                <p:nvPr/>
              </p:nvSpPr>
              <p:spPr>
                <a:xfrm>
                  <a:off x="1062681" y="6123543"/>
                  <a:ext cx="2698944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Probability of outcome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25D2A09-FD23-795F-099C-19FA878F3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681" y="6123543"/>
                  <a:ext cx="2698944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869" t="-666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662684E-815B-6460-3BE7-52D5D0FA1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2681" y="4890523"/>
              <a:ext cx="2427832" cy="6139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288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E70-668F-126B-B266-371E00E3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Relative frequency and probability: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DE387-D788-2B0A-88B3-19838B0909DB}"/>
              </a:ext>
            </a:extLst>
          </p:cNvPr>
          <p:cNvSpPr txBox="1"/>
          <p:nvPr/>
        </p:nvSpPr>
        <p:spPr>
          <a:xfrm>
            <a:off x="838200" y="2001795"/>
            <a:ext cx="2603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Toss a fair coin 20 times.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5A14D7-2CA1-F92A-DBF8-159F4AA63320}"/>
              </a:ext>
            </a:extLst>
          </p:cNvPr>
          <p:cNvGrpSpPr/>
          <p:nvPr/>
        </p:nvGrpSpPr>
        <p:grpSpPr>
          <a:xfrm>
            <a:off x="838200" y="2682234"/>
            <a:ext cx="4738505" cy="1070486"/>
            <a:chOff x="838200" y="2682234"/>
            <a:chExt cx="4738505" cy="10704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A0230B-F5A8-309A-5E5B-F5258C014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682234"/>
              <a:ext cx="1343796" cy="42304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2BB5227-4089-62D5-3F83-884EFCA4B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354448"/>
              <a:ext cx="1518412" cy="39827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A23D29-2839-7354-3CED-09FFF448400F}"/>
                </a:ext>
              </a:extLst>
            </p:cNvPr>
            <p:cNvSpPr txBox="1"/>
            <p:nvPr/>
          </p:nvSpPr>
          <p:spPr>
            <a:xfrm>
              <a:off x="3672016" y="2735949"/>
              <a:ext cx="1904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heads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53681A-E75B-791C-A71C-A158CD531F87}"/>
                </a:ext>
              </a:extLst>
            </p:cNvPr>
            <p:cNvSpPr txBox="1"/>
            <p:nvPr/>
          </p:nvSpPr>
          <p:spPr>
            <a:xfrm>
              <a:off x="3672016" y="3383388"/>
              <a:ext cx="17146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tails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8747FA-391B-C095-4133-2135A00DE991}"/>
              </a:ext>
            </a:extLst>
          </p:cNvPr>
          <p:cNvGrpSpPr/>
          <p:nvPr/>
        </p:nvGrpSpPr>
        <p:grpSpPr>
          <a:xfrm>
            <a:off x="7733956" y="2657225"/>
            <a:ext cx="2713228" cy="1095495"/>
            <a:chOff x="7733956" y="2657225"/>
            <a:chExt cx="2713228" cy="109549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1FFE61F-8144-6D5D-DE9C-8CBAB02C2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3956" y="2657225"/>
              <a:ext cx="2588768" cy="44805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8C61D6-9151-67B1-D9D7-F464CA959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33956" y="3354448"/>
              <a:ext cx="2713228" cy="39827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B3014F-1D61-B5D5-5AF7-4D4C307B1185}"/>
              </a:ext>
            </a:extLst>
          </p:cNvPr>
          <p:cNvSpPr txBox="1"/>
          <p:nvPr/>
        </p:nvSpPr>
        <p:spPr>
          <a:xfrm>
            <a:off x="939114" y="502920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the coin is tossed a large number of times, both relative frequencies will tend to the value 0.5, which is the probability of getting a heads or a tail.</a:t>
            </a:r>
          </a:p>
        </p:txBody>
      </p:sp>
    </p:spTree>
    <p:extLst>
      <p:ext uri="{BB962C8B-B14F-4D97-AF65-F5344CB8AC3E}">
        <p14:creationId xmlns:p14="http://schemas.microsoft.com/office/powerpoint/2010/main" val="307460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0F7B-6850-F5FD-2FF6-AD891909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Laplace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781DF-7D2E-37A9-66A0-98D5E75B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90" y="1983087"/>
            <a:ext cx="7403805" cy="883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D0DA6-740E-AF29-2C7F-D2692264D13C}"/>
              </a:ext>
            </a:extLst>
          </p:cNvPr>
          <p:cNvSpPr txBox="1"/>
          <p:nvPr/>
        </p:nvSpPr>
        <p:spPr>
          <a:xfrm>
            <a:off x="939113" y="3387766"/>
            <a:ext cx="63436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rolling two dice</a:t>
            </a:r>
          </a:p>
          <a:p>
            <a:r>
              <a:rPr lang="en-US" dirty="0"/>
              <a:t>Event A: sum of the dots on the dice is at least 4 and at most 6.</a:t>
            </a:r>
          </a:p>
          <a:p>
            <a:r>
              <a:rPr lang="en-US" dirty="0"/>
              <a:t>Sum =4: (1,3), (2,2),(3,1)</a:t>
            </a:r>
          </a:p>
          <a:p>
            <a:r>
              <a:rPr lang="en-US" dirty="0"/>
              <a:t>Sum=5: (1,4),(2,3),(3,2),(4,1)</a:t>
            </a:r>
          </a:p>
          <a:p>
            <a:r>
              <a:rPr lang="en-US" dirty="0"/>
              <a:t>Sum=6: (1,5),(2,4),(3,3),(4,2),(5,1)</a:t>
            </a:r>
          </a:p>
          <a:p>
            <a:r>
              <a:rPr lang="en-US" dirty="0"/>
              <a:t>Total number of simple events: 12</a:t>
            </a:r>
          </a:p>
          <a:p>
            <a:r>
              <a:rPr lang="en-US" dirty="0"/>
              <a:t>Probability of event A= 12/36=1/3</a:t>
            </a:r>
          </a:p>
        </p:txBody>
      </p:sp>
    </p:spTree>
    <p:extLst>
      <p:ext uri="{BB962C8B-B14F-4D97-AF65-F5344CB8AC3E}">
        <p14:creationId xmlns:p14="http://schemas.microsoft.com/office/powerpoint/2010/main" val="251673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8D0F-19C6-2FEA-5033-6866ECDB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Axioms of probability (Kolmogorov)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FDF74-C21D-C631-F51E-D208B53C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39" y="2129137"/>
            <a:ext cx="8956563" cy="346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67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1C52-30F8-75B5-E868-7EBF1837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3ACB-8D39-4180-6039-7F379140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Axioms of probability (Kolmogorov):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31942-43F5-CACA-5BC1-45A71BA8D015}"/>
              </a:ext>
            </a:extLst>
          </p:cNvPr>
          <p:cNvSpPr txBox="1"/>
          <p:nvPr/>
        </p:nvSpPr>
        <p:spPr>
          <a:xfrm>
            <a:off x="983673" y="2100649"/>
            <a:ext cx="967047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Roll a die. What is the probability of getting an odd number?</a:t>
            </a:r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AA4E1D-BAEF-9D3A-8214-7054DF7910D2}"/>
                  </a:ext>
                </a:extLst>
              </p:cNvPr>
              <p:cNvSpPr txBox="1"/>
              <p:nvPr/>
            </p:nvSpPr>
            <p:spPr>
              <a:xfrm>
                <a:off x="2313709" y="3341607"/>
                <a:ext cx="615141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AA4E1D-BAEF-9D3A-8214-7054DF791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709" y="3341607"/>
                <a:ext cx="6151418" cy="786177"/>
              </a:xfrm>
              <a:prstGeom prst="rect">
                <a:avLst/>
              </a:prstGeom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3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37A0-26F7-058D-EDBC-D0AC55E1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Corollaries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61FF3-56D9-B080-EC70-5A2F6856C499}"/>
              </a:ext>
            </a:extLst>
          </p:cNvPr>
          <p:cNvGrpSpPr/>
          <p:nvPr/>
        </p:nvGrpSpPr>
        <p:grpSpPr>
          <a:xfrm>
            <a:off x="296562" y="1736788"/>
            <a:ext cx="8060941" cy="704723"/>
            <a:chOff x="296562" y="1736788"/>
            <a:chExt cx="8060941" cy="70472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4461733-6546-11F0-CAB0-AE205A72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793446"/>
              <a:ext cx="3684927" cy="591408"/>
            </a:xfrm>
            <a:prstGeom prst="rect">
              <a:avLst/>
            </a:prstGeom>
          </p:spPr>
        </p:pic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0FA50A99-D461-7813-55DF-63C79593F4BF}"/>
                </a:ext>
              </a:extLst>
            </p:cNvPr>
            <p:cNvSpPr/>
            <p:nvPr/>
          </p:nvSpPr>
          <p:spPr>
            <a:xfrm>
              <a:off x="5152768" y="1977080"/>
              <a:ext cx="358346" cy="21006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1560FBD-70FA-0141-C29E-983B62373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7868" y="1736788"/>
              <a:ext cx="2159635" cy="70472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F41291-FB02-D0AF-7632-78A65BF86281}"/>
                </a:ext>
              </a:extLst>
            </p:cNvPr>
            <p:cNvSpPr txBox="1"/>
            <p:nvPr/>
          </p:nvSpPr>
          <p:spPr>
            <a:xfrm>
              <a:off x="296562" y="1885884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15E201-265D-45F0-00BD-7C246F0AF66C}"/>
              </a:ext>
            </a:extLst>
          </p:cNvPr>
          <p:cNvGrpSpPr/>
          <p:nvPr/>
        </p:nvGrpSpPr>
        <p:grpSpPr>
          <a:xfrm>
            <a:off x="313035" y="2885475"/>
            <a:ext cx="4177357" cy="795655"/>
            <a:chOff x="313035" y="2885475"/>
            <a:chExt cx="4177357" cy="7956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78512A-EC89-DDC8-70EB-B21106F14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180" y="2885475"/>
              <a:ext cx="3728212" cy="79565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8B372-0CC6-C7AF-5363-2722AC7A5472}"/>
                </a:ext>
              </a:extLst>
            </p:cNvPr>
            <p:cNvSpPr txBox="1"/>
            <p:nvPr/>
          </p:nvSpPr>
          <p:spPr>
            <a:xfrm>
              <a:off x="313035" y="302683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981D0E-DEF3-3057-283C-8AA9BD327A65}"/>
              </a:ext>
            </a:extLst>
          </p:cNvPr>
          <p:cNvGrpSpPr/>
          <p:nvPr/>
        </p:nvGrpSpPr>
        <p:grpSpPr>
          <a:xfrm>
            <a:off x="362463" y="3853158"/>
            <a:ext cx="5733537" cy="1215525"/>
            <a:chOff x="362463" y="3853158"/>
            <a:chExt cx="5733537" cy="121552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E37951B-151B-AEC3-CDCA-757FA221B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279" y="4273028"/>
              <a:ext cx="5387721" cy="7956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4DE5D3-97A3-4FDC-7632-D46E176818D8}"/>
                    </a:ext>
                  </a:extLst>
                </p:cNvPr>
                <p:cNvSpPr txBox="1"/>
                <p:nvPr/>
              </p:nvSpPr>
              <p:spPr>
                <a:xfrm>
                  <a:off x="838200" y="3853158"/>
                  <a:ext cx="29204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/>
                    <a:t> are not disjoint: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4DE5D3-97A3-4FDC-7632-D46E17681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3853158"/>
                  <a:ext cx="292041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165" t="-6667" r="-4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AE9F6A-07D5-DA0B-8948-24ED55624A9F}"/>
                </a:ext>
              </a:extLst>
            </p:cNvPr>
            <p:cNvSpPr txBox="1"/>
            <p:nvPr/>
          </p:nvSpPr>
          <p:spPr>
            <a:xfrm>
              <a:off x="362463" y="385473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CD54A6-93D3-C88C-C14F-C30DC011C84C}"/>
              </a:ext>
            </a:extLst>
          </p:cNvPr>
          <p:cNvGrpSpPr/>
          <p:nvPr/>
        </p:nvGrpSpPr>
        <p:grpSpPr>
          <a:xfrm>
            <a:off x="350106" y="5308219"/>
            <a:ext cx="3705116" cy="704723"/>
            <a:chOff x="350106" y="5308219"/>
            <a:chExt cx="3705116" cy="70472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E9FD2FE-2E13-3889-1479-9B3E2721B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1670" y="5308219"/>
              <a:ext cx="3273552" cy="70472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F0BF75-309A-893D-9659-6B2ABCAF4BF8}"/>
                </a:ext>
              </a:extLst>
            </p:cNvPr>
            <p:cNvSpPr txBox="1"/>
            <p:nvPr/>
          </p:nvSpPr>
          <p:spPr>
            <a:xfrm>
              <a:off x="350106" y="5399334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647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642E-A1A7-3CE0-87F3-49CCD657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Conditional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830AC-EB6A-87BF-3B94-5834404F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73" y="2795029"/>
            <a:ext cx="9481237" cy="2048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49A49-449D-1DB4-B00C-D4A24E832E91}"/>
              </a:ext>
            </a:extLst>
          </p:cNvPr>
          <p:cNvSpPr txBox="1"/>
          <p:nvPr/>
        </p:nvSpPr>
        <p:spPr>
          <a:xfrm>
            <a:off x="838200" y="1873526"/>
            <a:ext cx="1028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a new blood test is developed to detect a specific infection. These are the results of the test: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2ADB2-8CA6-E04F-8FC3-937FD5BF2058}"/>
              </a:ext>
            </a:extLst>
          </p:cNvPr>
          <p:cNvSpPr txBox="1"/>
          <p:nvPr/>
        </p:nvSpPr>
        <p:spPr>
          <a:xfrm>
            <a:off x="4411363" y="5396019"/>
            <a:ext cx="228831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absolute frequencies</a:t>
            </a:r>
          </a:p>
        </p:txBody>
      </p:sp>
    </p:spTree>
    <p:extLst>
      <p:ext uri="{BB962C8B-B14F-4D97-AF65-F5344CB8AC3E}">
        <p14:creationId xmlns:p14="http://schemas.microsoft.com/office/powerpoint/2010/main" val="2328955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3914-4670-B8D2-EBCB-72C46990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1AA9-9A31-E999-6A82-B3C07FA3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Conditional probability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8DC49-8ADB-BAC9-720F-22B3BE25745B}"/>
              </a:ext>
            </a:extLst>
          </p:cNvPr>
          <p:cNvSpPr txBox="1"/>
          <p:nvPr/>
        </p:nvSpPr>
        <p:spPr>
          <a:xfrm>
            <a:off x="838200" y="1873526"/>
            <a:ext cx="1028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a new blood test is developed to detect a specific infection. These are the results of the test: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59659-B86B-8088-26E4-42A048EB2AD8}"/>
              </a:ext>
            </a:extLst>
          </p:cNvPr>
          <p:cNvSpPr txBox="1"/>
          <p:nvPr/>
        </p:nvSpPr>
        <p:spPr>
          <a:xfrm>
            <a:off x="3239288" y="5433598"/>
            <a:ext cx="571342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relative frequencies: let’s interpret them as probabilities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D2EDC-5652-B650-39F9-67DCAF2C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70" y="2761907"/>
            <a:ext cx="9349232" cy="233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74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4EF8-4240-2112-1D98-807DC04B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50B6A-5A90-9A67-335C-566D7043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Conditional probability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CCE0F2-35FB-2905-9380-3747F4DB2369}"/>
              </a:ext>
            </a:extLst>
          </p:cNvPr>
          <p:cNvGrpSpPr/>
          <p:nvPr/>
        </p:nvGrpSpPr>
        <p:grpSpPr>
          <a:xfrm>
            <a:off x="838200" y="1648915"/>
            <a:ext cx="10289292" cy="2821776"/>
            <a:chOff x="838200" y="1648915"/>
            <a:chExt cx="10289292" cy="28217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A4FE59-8002-D68C-EAA7-CFB46D7245C8}"/>
                </a:ext>
              </a:extLst>
            </p:cNvPr>
            <p:cNvSpPr txBox="1"/>
            <p:nvPr/>
          </p:nvSpPr>
          <p:spPr>
            <a:xfrm>
              <a:off x="838200" y="1648915"/>
              <a:ext cx="1028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Example: a new blood test is developed to detect a specific infection. These are the results of the test: 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90D6BB-26DC-773F-C7EA-C66E63EB4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8230" y="2133383"/>
              <a:ext cx="9349232" cy="2337308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F55F4CC-88CE-531C-669D-2FF5CE702727}"/>
              </a:ext>
            </a:extLst>
          </p:cNvPr>
          <p:cNvSpPr txBox="1"/>
          <p:nvPr/>
        </p:nvSpPr>
        <p:spPr>
          <a:xfrm>
            <a:off x="508213" y="4493341"/>
            <a:ext cx="483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test is positive?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882E29-42C0-BE73-888A-A69EE5DCE3D0}"/>
                  </a:ext>
                </a:extLst>
              </p:cNvPr>
              <p:cNvSpPr txBox="1"/>
              <p:nvPr/>
            </p:nvSpPr>
            <p:spPr>
              <a:xfrm>
                <a:off x="8083137" y="4493341"/>
                <a:ext cx="3115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=0.30+0.10=0.40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882E29-42C0-BE73-888A-A69EE5DCE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137" y="4493341"/>
                <a:ext cx="31152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699CB8-E102-1DCF-1E26-C34CDBD518F7}"/>
                  </a:ext>
                </a:extLst>
              </p:cNvPr>
              <p:cNvSpPr txBox="1"/>
              <p:nvPr/>
            </p:nvSpPr>
            <p:spPr>
              <a:xfrm>
                <a:off x="8083137" y="5106001"/>
                <a:ext cx="2984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=0.30+0.15=0.45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699CB8-E102-1DCF-1E26-C34CDBD51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137" y="5106001"/>
                <a:ext cx="298440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F0C8E67-CD10-FA36-A6B9-132253FA7DD5}"/>
              </a:ext>
            </a:extLst>
          </p:cNvPr>
          <p:cNvSpPr txBox="1"/>
          <p:nvPr/>
        </p:nvSpPr>
        <p:spPr>
          <a:xfrm>
            <a:off x="508213" y="5097274"/>
            <a:ext cx="5323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infection is present?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C9245-4477-CA80-1337-583CDB2F2F87}"/>
              </a:ext>
            </a:extLst>
          </p:cNvPr>
          <p:cNvSpPr txBox="1"/>
          <p:nvPr/>
        </p:nvSpPr>
        <p:spPr>
          <a:xfrm>
            <a:off x="57486" y="6308209"/>
            <a:ext cx="732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infection is present if the test is positive?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3F6C9-0803-1FE6-79B8-E2FDF89F9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51" y="6005298"/>
            <a:ext cx="4711178" cy="85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9421-4F80-9948-538A-C30BF866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Conditional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81687-41AB-C262-2E02-FE22306E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725623" cy="906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3E981D-1E87-DFCF-DE35-3D94D864A931}"/>
              </a:ext>
            </a:extLst>
          </p:cNvPr>
          <p:cNvSpPr txBox="1"/>
          <p:nvPr/>
        </p:nvSpPr>
        <p:spPr>
          <a:xfrm>
            <a:off x="5000390" y="1820970"/>
            <a:ext cx="6333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that the </a:t>
            </a:r>
            <a:r>
              <a:rPr lang="en-US" dirty="0">
                <a:solidFill>
                  <a:srgbClr val="00B050"/>
                </a:solidFill>
              </a:rPr>
              <a:t>disease is present </a:t>
            </a:r>
            <a:r>
              <a:rPr lang="en-US" b="1" dirty="0">
                <a:solidFill>
                  <a:srgbClr val="FF0000"/>
                </a:solidFill>
              </a:rPr>
              <a:t>if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test is positive </a:t>
            </a:r>
            <a:r>
              <a:rPr lang="en-US" dirty="0"/>
              <a:t>(conditional frequencies).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C7FCB-EE41-245D-03FE-24995F567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99" y="3752428"/>
            <a:ext cx="910495" cy="341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B612E7-A93A-9F4F-3EA5-D6396678E60A}"/>
              </a:ext>
            </a:extLst>
          </p:cNvPr>
          <p:cNvSpPr txBox="1"/>
          <p:nvPr/>
        </p:nvSpPr>
        <p:spPr>
          <a:xfrm>
            <a:off x="2701011" y="3738480"/>
            <a:ext cx="754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probability that the </a:t>
            </a:r>
            <a:r>
              <a:rPr lang="en-US" dirty="0">
                <a:solidFill>
                  <a:srgbClr val="00B050"/>
                </a:solidFill>
              </a:rPr>
              <a:t>test is positive </a:t>
            </a:r>
            <a:r>
              <a:rPr lang="en-US" dirty="0"/>
              <a:t>(marginal relative frequencies).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27E9A-FFAC-7034-67A2-FEDA3DD87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26" y="2982604"/>
            <a:ext cx="1569661" cy="369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D8F167-9950-F2A8-13D2-A3F1E56B1500}"/>
              </a:ext>
            </a:extLst>
          </p:cNvPr>
          <p:cNvSpPr txBox="1"/>
          <p:nvPr/>
        </p:nvSpPr>
        <p:spPr>
          <a:xfrm>
            <a:off x="2853411" y="3149023"/>
            <a:ext cx="880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that the </a:t>
            </a:r>
            <a:r>
              <a:rPr lang="en-US" dirty="0">
                <a:solidFill>
                  <a:srgbClr val="00B050"/>
                </a:solidFill>
              </a:rPr>
              <a:t>disease is present </a:t>
            </a:r>
            <a:r>
              <a:rPr lang="en-US" b="1" dirty="0">
                <a:solidFill>
                  <a:srgbClr val="FF0000"/>
                </a:solidFill>
              </a:rPr>
              <a:t>and</a:t>
            </a:r>
            <a:r>
              <a:rPr lang="en-US" dirty="0"/>
              <a:t> the </a:t>
            </a:r>
            <a:r>
              <a:rPr lang="en-US" dirty="0">
                <a:solidFill>
                  <a:srgbClr val="00B050"/>
                </a:solidFill>
              </a:rPr>
              <a:t>test is positive </a:t>
            </a:r>
            <a:r>
              <a:rPr lang="en-US" dirty="0"/>
              <a:t>(joint relative frequencies).</a:t>
            </a:r>
          </a:p>
        </p:txBody>
      </p:sp>
    </p:spTree>
    <p:extLst>
      <p:ext uri="{BB962C8B-B14F-4D97-AF65-F5344CB8AC3E}">
        <p14:creationId xmlns:p14="http://schemas.microsoft.com/office/powerpoint/2010/main" val="183992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1B61-D2B4-BAAB-2A62-4829BFB8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Conditional probability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60F4D3-6262-3419-C408-246B21AABD2F}"/>
              </a:ext>
            </a:extLst>
          </p:cNvPr>
          <p:cNvGrpSpPr/>
          <p:nvPr/>
        </p:nvGrpSpPr>
        <p:grpSpPr>
          <a:xfrm>
            <a:off x="473107" y="1874837"/>
            <a:ext cx="11148804" cy="1343667"/>
            <a:chOff x="473107" y="1874837"/>
            <a:chExt cx="11148804" cy="13436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357667-955B-5383-754F-F8C0443B0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107" y="1874837"/>
              <a:ext cx="3417456" cy="11083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1BB921-2CC7-F5E2-C10D-78772A13A52A}"/>
                </a:ext>
              </a:extLst>
            </p:cNvPr>
            <p:cNvSpPr txBox="1"/>
            <p:nvPr/>
          </p:nvSpPr>
          <p:spPr>
            <a:xfrm>
              <a:off x="4475018" y="2244353"/>
              <a:ext cx="7146893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that event B occurs given that event A has already occurred.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DBA172-C89B-F959-22C0-EC96B8657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5132" y="2707876"/>
              <a:ext cx="1446778" cy="51062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049980-3BA0-14C4-C087-B5C6C8B49503}"/>
              </a:ext>
            </a:extLst>
          </p:cNvPr>
          <p:cNvGrpSpPr/>
          <p:nvPr/>
        </p:nvGrpSpPr>
        <p:grpSpPr>
          <a:xfrm>
            <a:off x="448355" y="3743477"/>
            <a:ext cx="11173555" cy="1348034"/>
            <a:chOff x="448355" y="3743477"/>
            <a:chExt cx="11173555" cy="13480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8DD6DD-372A-D06C-5848-A474931C3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355" y="3743477"/>
              <a:ext cx="3442208" cy="129082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16F76C-D79D-1277-46BD-BA54FBE9DAE3}"/>
                </a:ext>
              </a:extLst>
            </p:cNvPr>
            <p:cNvSpPr txBox="1"/>
            <p:nvPr/>
          </p:nvSpPr>
          <p:spPr>
            <a:xfrm>
              <a:off x="4475017" y="4059650"/>
              <a:ext cx="7146893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Probability that event A occurs given that event B has already occurred.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C3FBBA-F704-5748-51C8-9CFEAC3DE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75132" y="4518828"/>
              <a:ext cx="1446778" cy="57268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13E96CD-4425-C75D-A45F-B4A7FA2C5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33" y="5647738"/>
            <a:ext cx="7110119" cy="73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D1E6-3AFF-A19C-7ADC-DCA0E4FB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Law of total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7E111-1CA9-29E8-77D1-E0ED9C23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28564" cy="1596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CEED94-059D-11E8-5786-4FD6445A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007" y="3429000"/>
            <a:ext cx="4188511" cy="152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89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BE2D-AA01-176A-8C36-AA9DE7B6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38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Bayes’ theorem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88A952-6899-1CCA-9DFE-5E3999DCAB40}"/>
              </a:ext>
            </a:extLst>
          </p:cNvPr>
          <p:cNvGrpSpPr/>
          <p:nvPr/>
        </p:nvGrpSpPr>
        <p:grpSpPr>
          <a:xfrm>
            <a:off x="969815" y="1762179"/>
            <a:ext cx="6246133" cy="408242"/>
            <a:chOff x="1316182" y="2260945"/>
            <a:chExt cx="6246133" cy="4082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E94130-A65F-B5E2-6578-3B990E15E4A5}"/>
                </a:ext>
              </a:extLst>
            </p:cNvPr>
            <p:cNvSpPr txBox="1"/>
            <p:nvPr/>
          </p:nvSpPr>
          <p:spPr>
            <a:xfrm>
              <a:off x="1316182" y="2299855"/>
              <a:ext cx="6246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What is the connection between                         and                        ? 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675998-6EB9-BC34-EE08-224D1F9C5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2633" y="2260945"/>
              <a:ext cx="879954" cy="39597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955A121-966D-D5CF-DC6D-603C3E5DA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4722" y="2299856"/>
              <a:ext cx="877161" cy="369331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C825887-4DA4-390C-4340-9E712F446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57" y="2726890"/>
            <a:ext cx="6169891" cy="231370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E3C6901-4686-5E1A-3AE8-4AFF9D24D38C}"/>
              </a:ext>
            </a:extLst>
          </p:cNvPr>
          <p:cNvGrpSpPr/>
          <p:nvPr/>
        </p:nvGrpSpPr>
        <p:grpSpPr>
          <a:xfrm>
            <a:off x="969815" y="5379940"/>
            <a:ext cx="5449505" cy="434256"/>
            <a:chOff x="969815" y="5379940"/>
            <a:chExt cx="5449505" cy="43425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585640F-7F88-D9AC-6A8C-10B4FCB23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84798" y="5379940"/>
              <a:ext cx="3311202" cy="43425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E02C26-3A87-B46C-B50A-CD6208ADDFA0}"/>
                </a:ext>
              </a:extLst>
            </p:cNvPr>
            <p:cNvSpPr txBox="1"/>
            <p:nvPr/>
          </p:nvSpPr>
          <p:spPr>
            <a:xfrm>
              <a:off x="969815" y="5412402"/>
              <a:ext cx="54495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   (assuming that                                                                          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99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6744-3F39-642D-2CEE-AE0199A7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Bayes’ theorem: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1F4D1-FC32-0E8E-39EA-59D4674333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someone buys milk from two different supermarkets. Sometimes it happens that the bottle of milk leaks. We consider the following events: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=1,2</m:t>
                    </m:r>
                  </m:oMath>
                </a14:m>
                <a:r>
                  <a:rPr lang="en-US" dirty="0"/>
                  <a:t> (the milk is bought from supermarket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                   (the bottle of milk does not leak)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Assume: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1F4D1-FC32-0E8E-39EA-59D467433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A27334-8C91-FBE5-0CDF-AEDF2DF0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4594514"/>
            <a:ext cx="4794250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CD570-22AF-22B3-6CFF-E4E2E8434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400" y="5205701"/>
            <a:ext cx="2519218" cy="399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E21800-7EAB-6F48-FB37-35FEBF65A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5400" y="5768182"/>
            <a:ext cx="2530078" cy="47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56000-106D-6164-72D1-B7CDA1E5A8B1}"/>
              </a:ext>
            </a:extLst>
          </p:cNvPr>
          <p:cNvSpPr txBox="1"/>
          <p:nvPr/>
        </p:nvSpPr>
        <p:spPr>
          <a:xfrm>
            <a:off x="6712371" y="6022893"/>
            <a:ext cx="518039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milk does not leak?</a:t>
            </a:r>
          </a:p>
        </p:txBody>
      </p:sp>
    </p:spTree>
    <p:extLst>
      <p:ext uri="{BB962C8B-B14F-4D97-AF65-F5344CB8AC3E}">
        <p14:creationId xmlns:p14="http://schemas.microsoft.com/office/powerpoint/2010/main" val="39082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E19A-64B5-C611-47AF-AA9A1407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946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Bayes’ theorem: example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777B52-E997-4E58-7B96-E248E8AC08A6}"/>
              </a:ext>
            </a:extLst>
          </p:cNvPr>
          <p:cNvGrpSpPr/>
          <p:nvPr/>
        </p:nvGrpSpPr>
        <p:grpSpPr>
          <a:xfrm>
            <a:off x="838200" y="1484685"/>
            <a:ext cx="7085714" cy="1399309"/>
            <a:chOff x="838200" y="1842655"/>
            <a:chExt cx="7085714" cy="13993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C4A6DD7-1882-6CD5-B5B7-667785780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046432"/>
              <a:ext cx="7085714" cy="119553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F429F2-B3DD-82ED-A4D5-12112AFDA278}"/>
                </a:ext>
              </a:extLst>
            </p:cNvPr>
            <p:cNvSpPr txBox="1"/>
            <p:nvPr/>
          </p:nvSpPr>
          <p:spPr>
            <a:xfrm>
              <a:off x="1814945" y="1842655"/>
              <a:ext cx="692728" cy="5680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6AD567C-BFF6-7078-941C-6CEC16CA01CE}"/>
              </a:ext>
            </a:extLst>
          </p:cNvPr>
          <p:cNvSpPr txBox="1"/>
          <p:nvPr/>
        </p:nvSpPr>
        <p:spPr>
          <a:xfrm>
            <a:off x="915607" y="1106055"/>
            <a:ext cx="518039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milk does not leak?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61B16-C64D-DE67-4E40-F00132A67E4C}"/>
              </a:ext>
            </a:extLst>
          </p:cNvPr>
          <p:cNvSpPr txBox="1"/>
          <p:nvPr/>
        </p:nvSpPr>
        <p:spPr>
          <a:xfrm>
            <a:off x="915607" y="3258430"/>
            <a:ext cx="89764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What is the probability that the milk was bought from supermarket 1 and it does not leak?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99413C-9568-DC89-1531-19FD7D2EE35D}"/>
              </a:ext>
            </a:extLst>
          </p:cNvPr>
          <p:cNvGrpSpPr/>
          <p:nvPr/>
        </p:nvGrpSpPr>
        <p:grpSpPr>
          <a:xfrm>
            <a:off x="943919" y="3814400"/>
            <a:ext cx="8391915" cy="1064192"/>
            <a:chOff x="838200" y="4740863"/>
            <a:chExt cx="8391915" cy="10641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3E0565-D229-8C31-5A54-FAFFD98E6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4740863"/>
              <a:ext cx="8391915" cy="106419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5EC1B8-C8F0-F66B-A692-84A7CAD53295}"/>
                </a:ext>
              </a:extLst>
            </p:cNvPr>
            <p:cNvSpPr txBox="1"/>
            <p:nvPr/>
          </p:nvSpPr>
          <p:spPr>
            <a:xfrm>
              <a:off x="2729345" y="4740863"/>
              <a:ext cx="609600" cy="399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7AAF999-9260-AB9E-8953-D27D6C0E3A69}"/>
              </a:ext>
            </a:extLst>
          </p:cNvPr>
          <p:cNvSpPr txBox="1"/>
          <p:nvPr/>
        </p:nvSpPr>
        <p:spPr>
          <a:xfrm>
            <a:off x="915607" y="4976322"/>
            <a:ext cx="1046940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Now suppose that the milk does not leak. What is the probability that it was bought from supermarket 1?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88313A-D69A-786F-33AE-7B88CEB7DF2F}"/>
              </a:ext>
            </a:extLst>
          </p:cNvPr>
          <p:cNvGrpSpPr/>
          <p:nvPr/>
        </p:nvGrpSpPr>
        <p:grpSpPr>
          <a:xfrm>
            <a:off x="1105227" y="5338717"/>
            <a:ext cx="6136082" cy="1451841"/>
            <a:chOff x="1105227" y="5338717"/>
            <a:chExt cx="6136082" cy="145184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62C259-45BA-C24B-8E49-CCCDF036F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5227" y="5338717"/>
              <a:ext cx="6136082" cy="145184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37D3B6-FFE9-BAED-D00F-865CB3038796}"/>
                </a:ext>
              </a:extLst>
            </p:cNvPr>
            <p:cNvSpPr txBox="1"/>
            <p:nvPr/>
          </p:nvSpPr>
          <p:spPr>
            <a:xfrm>
              <a:off x="2507673" y="5589843"/>
              <a:ext cx="632191" cy="4507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2471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EAF3-D356-2E93-78AA-3D627640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0D89-D984-A48E-B2DD-AB6A3F492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events A and B are independent if the probability of occurrence of B has no effect on the probability that A occurs.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F375F-C143-0C40-7880-1C074684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380" y="2816512"/>
            <a:ext cx="5653642" cy="854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BE5B4F-F053-39F5-DD67-640A6ED74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0" y="3671453"/>
            <a:ext cx="4897731" cy="2266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F7549-1686-2B49-A3D4-D3C3B464E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801" y="3806390"/>
            <a:ext cx="4613423" cy="498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D9BAD-90A1-BE3E-63CC-DE7E2EC3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49" y="4297788"/>
            <a:ext cx="5478451" cy="498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00A77E-3B50-4D3F-C177-3EEAD56B3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460" y="4804928"/>
            <a:ext cx="5808540" cy="490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D31ADB-796E-58C0-E947-3BE7C6AE9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3549" y="5400335"/>
            <a:ext cx="5089732" cy="77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9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0CF5-0461-4E20-6A48-8CFA2224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11AC-0D74-D543-E59B-E64C3E319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events are said to be (stochastically) </a:t>
            </a:r>
            <a:r>
              <a:rPr lang="en-US" dirty="0">
                <a:solidFill>
                  <a:srgbClr val="FF0000"/>
                </a:solidFill>
              </a:rPr>
              <a:t>independent</a:t>
            </a:r>
            <a:r>
              <a:rPr lang="en-US" dirty="0"/>
              <a:t> if: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probability that A and B occur </a:t>
            </a:r>
            <a:r>
              <a:rPr lang="en-US" dirty="0"/>
              <a:t>is equal to the product of the individual probabilities of occurrence of A and 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A0409-113F-A858-3457-9079E1939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52" y="2485735"/>
            <a:ext cx="4725399" cy="8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32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5955-2108-D6A4-0F98-69C98730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1B1C-9C1A-89B3-72D4-7E6FF2C8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FD85-4445-60E4-CCFB-09EC226B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68109-2BA8-32C1-4FDD-4DE55CA8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13D678-8301-AB59-3131-FD84DE1E0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28" y="4488573"/>
            <a:ext cx="9692095" cy="1326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2639E7-790F-B26B-F438-E27F7201B314}"/>
              </a:ext>
            </a:extLst>
          </p:cNvPr>
          <p:cNvSpPr txBox="1"/>
          <p:nvPr/>
        </p:nvSpPr>
        <p:spPr>
          <a:xfrm>
            <a:off x="744628" y="230188"/>
            <a:ext cx="673274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Remember from the second lecture (Association of two variables):</a:t>
            </a:r>
          </a:p>
        </p:txBody>
      </p:sp>
    </p:spTree>
    <p:extLst>
      <p:ext uri="{BB962C8B-B14F-4D97-AF65-F5344CB8AC3E}">
        <p14:creationId xmlns:p14="http://schemas.microsoft.com/office/powerpoint/2010/main" val="3853770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F9F4-C3EF-58AE-9672-6F1B76D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45BF63-9AAE-1A1D-C845-C0CCF510D7B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Relative risks: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9ACC6-AABA-CF6E-D6C3-E93532DA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4366"/>
            <a:ext cx="5901267" cy="2432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BB777-6017-7A86-93C3-FB26EB25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50603"/>
            <a:ext cx="3436205" cy="1153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2232B-38A9-B5C3-ABE6-41D3D8CB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680" y="5103235"/>
            <a:ext cx="3040046" cy="1080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57A93-8F33-9610-A905-A9889A139C70}"/>
              </a:ext>
            </a:extLst>
          </p:cNvPr>
          <p:cNvSpPr txBox="1"/>
          <p:nvPr/>
        </p:nvSpPr>
        <p:spPr>
          <a:xfrm>
            <a:off x="9157854" y="5231661"/>
            <a:ext cx="259059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proportion of healthy individuals is 0.61 times smaller among smokers.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00C4B-8A45-9DBD-10A7-3AD92CD8E3AB}"/>
              </a:ext>
            </a:extLst>
          </p:cNvPr>
          <p:cNvSpPr txBox="1"/>
          <p:nvPr/>
        </p:nvSpPr>
        <p:spPr>
          <a:xfrm>
            <a:off x="744628" y="230188"/>
            <a:ext cx="673274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Remember from the second lecture (Association of two variables):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F99A4-E7D5-4AD9-423A-92FDF1FCDD57}"/>
                  </a:ext>
                </a:extLst>
              </p:cNvPr>
              <p:cNvSpPr txBox="1"/>
              <p:nvPr/>
            </p:nvSpPr>
            <p:spPr>
              <a:xfrm>
                <a:off x="4894371" y="3927345"/>
                <a:ext cx="37071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=34/56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=66/184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F99A4-E7D5-4AD9-423A-92FDF1FCD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71" y="3927345"/>
                <a:ext cx="3707104" cy="646331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0BDE44-2955-E2E4-3B04-AFB40AA0079D}"/>
              </a:ext>
            </a:extLst>
          </p:cNvPr>
          <p:cNvSpPr txBox="1"/>
          <p:nvPr/>
        </p:nvSpPr>
        <p:spPr>
          <a:xfrm>
            <a:off x="9157855" y="3650345"/>
            <a:ext cx="259059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proportion of individuals with the disease is 1.69 times higher among smokers.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999D0D-2DC9-3CCF-1B46-1CE046B9D611}"/>
                  </a:ext>
                </a:extLst>
              </p:cNvPr>
              <p:cNvSpPr txBox="1"/>
              <p:nvPr/>
            </p:nvSpPr>
            <p:spPr>
              <a:xfrm>
                <a:off x="4783534" y="5363634"/>
                <a:ext cx="41519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=22/56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𝑑𝑖𝑠𝑒𝑎𝑠𝑒</m:t>
                          </m:r>
                        </m: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e>
                      </m:d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=66/184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999D0D-2DC9-3CCF-1B46-1CE046B9D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534" y="5363634"/>
                <a:ext cx="4151906" cy="646331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10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1024</Words>
  <Application>Microsoft Macintosh PowerPoint</Application>
  <PresentationFormat>Widescreen</PresentationFormat>
  <Paragraphs>112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Wingdings</vt:lpstr>
      <vt:lpstr>Office Theme</vt:lpstr>
      <vt:lpstr>Probability Fundamentals</vt:lpstr>
      <vt:lpstr>Random experiment</vt:lpstr>
      <vt:lpstr>Random experiment</vt:lpstr>
      <vt:lpstr>Random experiment</vt:lpstr>
      <vt:lpstr>Subsets and events</vt:lpstr>
      <vt:lpstr>Venn diagrams</vt:lpstr>
      <vt:lpstr>Venn diagrams</vt:lpstr>
      <vt:lpstr>Relative frequency and probability</vt:lpstr>
      <vt:lpstr>Relative frequency and probability: example</vt:lpstr>
      <vt:lpstr>Laplace probability</vt:lpstr>
      <vt:lpstr>Axioms of probability (Kolmogorov)</vt:lpstr>
      <vt:lpstr>Axioms of probability (Kolmogorov): example</vt:lpstr>
      <vt:lpstr>Corollaries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Law of total probability</vt:lpstr>
      <vt:lpstr>Bayes’ theorem</vt:lpstr>
      <vt:lpstr>Bayes’ theorem: example</vt:lpstr>
      <vt:lpstr>Bayes’ theorem: example</vt:lpstr>
      <vt:lpstr>Independence</vt:lpstr>
      <vt:lpstr>Independence</vt:lpstr>
      <vt:lpstr>Independent 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Carmen Romano</dc:creator>
  <cp:lastModifiedBy>Maria Carmen Romano</cp:lastModifiedBy>
  <cp:revision>1</cp:revision>
  <dcterms:created xsi:type="dcterms:W3CDTF">2025-01-29T13:55:51Z</dcterms:created>
  <dcterms:modified xsi:type="dcterms:W3CDTF">2025-03-14T13:56:28Z</dcterms:modified>
</cp:coreProperties>
</file>