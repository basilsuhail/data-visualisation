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94" r:id="rId9"/>
    <p:sldId id="264" r:id="rId10"/>
    <p:sldId id="262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8" r:id="rId23"/>
    <p:sldId id="277" r:id="rId24"/>
    <p:sldId id="283" r:id="rId25"/>
    <p:sldId id="279" r:id="rId26"/>
    <p:sldId id="284" r:id="rId27"/>
    <p:sldId id="280" r:id="rId28"/>
    <p:sldId id="292" r:id="rId29"/>
    <p:sldId id="285" r:id="rId30"/>
    <p:sldId id="281" r:id="rId31"/>
    <p:sldId id="287" r:id="rId32"/>
    <p:sldId id="288" r:id="rId33"/>
    <p:sldId id="289" r:id="rId34"/>
    <p:sldId id="282" r:id="rId35"/>
    <p:sldId id="290" r:id="rId36"/>
    <p:sldId id="291" r:id="rId37"/>
    <p:sldId id="286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0D17D5-D53A-7A47-884D-9B4809490843}" v="2581" dt="2025-03-16T08:32:13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43"/>
  </p:normalViewPr>
  <p:slideViewPr>
    <p:cSldViewPr snapToGrid="0">
      <p:cViewPr varScale="1">
        <p:scale>
          <a:sx n="95" d="100"/>
          <a:sy n="95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no, M. Carmen" userId="aa8fdb40-17a6-4858-bc4e-f32e31186fd2" providerId="ADAL" clId="{E60D17D5-D53A-7A47-884D-9B4809490843}"/>
    <pc:docChg chg="undo custSel addSld delSld modSld sldOrd">
      <pc:chgData name="Romano, M. Carmen" userId="aa8fdb40-17a6-4858-bc4e-f32e31186fd2" providerId="ADAL" clId="{E60D17D5-D53A-7A47-884D-9B4809490843}" dt="2025-03-16T08:32:13.212" v="8127"/>
      <pc:docMkLst>
        <pc:docMk/>
      </pc:docMkLst>
      <pc:sldChg chg="modSp mod">
        <pc:chgData name="Romano, M. Carmen" userId="aa8fdb40-17a6-4858-bc4e-f32e31186fd2" providerId="ADAL" clId="{E60D17D5-D53A-7A47-884D-9B4809490843}" dt="2025-01-31T09:40:57.997" v="38" actId="20577"/>
        <pc:sldMkLst>
          <pc:docMk/>
          <pc:sldMk cId="3392512509" sldId="261"/>
        </pc:sldMkLst>
        <pc:spChg chg="mod">
          <ac:chgData name="Romano, M. Carmen" userId="aa8fdb40-17a6-4858-bc4e-f32e31186fd2" providerId="ADAL" clId="{E60D17D5-D53A-7A47-884D-9B4809490843}" dt="2025-01-31T09:40:57.997" v="38" actId="20577"/>
          <ac:spMkLst>
            <pc:docMk/>
            <pc:sldMk cId="3392512509" sldId="261"/>
            <ac:spMk id="2" creationId="{8297B588-61F6-9991-6E36-DB1E61FBB453}"/>
          </ac:spMkLst>
        </pc:spChg>
      </pc:sldChg>
      <pc:sldChg chg="addSp delSp modSp new mod modAnim">
        <pc:chgData name="Romano, M. Carmen" userId="aa8fdb40-17a6-4858-bc4e-f32e31186fd2" providerId="ADAL" clId="{E60D17D5-D53A-7A47-884D-9B4809490843}" dt="2025-01-31T12:31:35.402" v="381"/>
        <pc:sldMkLst>
          <pc:docMk/>
          <pc:sldMk cId="2469442191" sldId="262"/>
        </pc:sldMkLst>
        <pc:spChg chg="mod">
          <ac:chgData name="Romano, M. Carmen" userId="aa8fdb40-17a6-4858-bc4e-f32e31186fd2" providerId="ADAL" clId="{E60D17D5-D53A-7A47-884D-9B4809490843}" dt="2025-01-31T12:21:32.193" v="249" actId="207"/>
          <ac:spMkLst>
            <pc:docMk/>
            <pc:sldMk cId="2469442191" sldId="262"/>
            <ac:spMk id="2" creationId="{84F5E177-1994-94AA-D789-EEDBC4CC288B}"/>
          </ac:spMkLst>
        </pc:spChg>
        <pc:spChg chg="add mod">
          <ac:chgData name="Romano, M. Carmen" userId="aa8fdb40-17a6-4858-bc4e-f32e31186fd2" providerId="ADAL" clId="{E60D17D5-D53A-7A47-884D-9B4809490843}" dt="2025-01-31T12:31:28.604" v="379" actId="164"/>
          <ac:spMkLst>
            <pc:docMk/>
            <pc:sldMk cId="2469442191" sldId="262"/>
            <ac:spMk id="7" creationId="{4159AFF0-3EAA-1620-CB74-D882B2F5C1AC}"/>
          </ac:spMkLst>
        </pc:spChg>
        <pc:spChg chg="add mod">
          <ac:chgData name="Romano, M. Carmen" userId="aa8fdb40-17a6-4858-bc4e-f32e31186fd2" providerId="ADAL" clId="{E60D17D5-D53A-7A47-884D-9B4809490843}" dt="2025-01-31T12:30:56.794" v="376" actId="164"/>
          <ac:spMkLst>
            <pc:docMk/>
            <pc:sldMk cId="2469442191" sldId="262"/>
            <ac:spMk id="11" creationId="{168DE020-4D27-3B0B-B717-737AAA0512AB}"/>
          </ac:spMkLst>
        </pc:spChg>
        <pc:spChg chg="add mod">
          <ac:chgData name="Romano, M. Carmen" userId="aa8fdb40-17a6-4858-bc4e-f32e31186fd2" providerId="ADAL" clId="{E60D17D5-D53A-7A47-884D-9B4809490843}" dt="2025-01-31T12:30:56.794" v="376" actId="164"/>
          <ac:spMkLst>
            <pc:docMk/>
            <pc:sldMk cId="2469442191" sldId="262"/>
            <ac:spMk id="12" creationId="{A05AC41A-6349-1EE8-7B4E-15E099FFFFE3}"/>
          </ac:spMkLst>
        </pc:spChg>
        <pc:grpChg chg="add mod">
          <ac:chgData name="Romano, M. Carmen" userId="aa8fdb40-17a6-4858-bc4e-f32e31186fd2" providerId="ADAL" clId="{E60D17D5-D53A-7A47-884D-9B4809490843}" dt="2025-01-31T12:30:56.794" v="376" actId="164"/>
          <ac:grpSpMkLst>
            <pc:docMk/>
            <pc:sldMk cId="2469442191" sldId="262"/>
            <ac:grpSpMk id="13" creationId="{B6925EC8-AFD5-B3AD-38AF-424BD8913C7A}"/>
          </ac:grpSpMkLst>
        </pc:grpChg>
        <pc:grpChg chg="add mod">
          <ac:chgData name="Romano, M. Carmen" userId="aa8fdb40-17a6-4858-bc4e-f32e31186fd2" providerId="ADAL" clId="{E60D17D5-D53A-7A47-884D-9B4809490843}" dt="2025-01-31T12:31:28.604" v="379" actId="164"/>
          <ac:grpSpMkLst>
            <pc:docMk/>
            <pc:sldMk cId="2469442191" sldId="262"/>
            <ac:grpSpMk id="14" creationId="{B31D3CCF-94EE-2F10-861E-5A4E6E2D63BD}"/>
          </ac:grpSpMkLst>
        </pc:grpChg>
        <pc:picChg chg="add mod">
          <ac:chgData name="Romano, M. Carmen" userId="aa8fdb40-17a6-4858-bc4e-f32e31186fd2" providerId="ADAL" clId="{E60D17D5-D53A-7A47-884D-9B4809490843}" dt="2025-01-31T09:41:35.671" v="55" actId="1076"/>
          <ac:picMkLst>
            <pc:docMk/>
            <pc:sldMk cId="2469442191" sldId="262"/>
            <ac:picMk id="4" creationId="{3E531493-0194-5C62-4033-B71503786B05}"/>
          </ac:picMkLst>
        </pc:picChg>
        <pc:picChg chg="add mod">
          <ac:chgData name="Romano, M. Carmen" userId="aa8fdb40-17a6-4858-bc4e-f32e31186fd2" providerId="ADAL" clId="{E60D17D5-D53A-7A47-884D-9B4809490843}" dt="2025-01-31T12:25:29.322" v="281" actId="1076"/>
          <ac:picMkLst>
            <pc:docMk/>
            <pc:sldMk cId="2469442191" sldId="262"/>
            <ac:picMk id="6" creationId="{DA20E6CF-D665-DA29-1E88-2EC87285FF69}"/>
          </ac:picMkLst>
        </pc:picChg>
        <pc:cxnChg chg="add mod">
          <ac:chgData name="Romano, M. Carmen" userId="aa8fdb40-17a6-4858-bc4e-f32e31186fd2" providerId="ADAL" clId="{E60D17D5-D53A-7A47-884D-9B4809490843}" dt="2025-01-31T12:31:28.604" v="379" actId="164"/>
          <ac:cxnSpMkLst>
            <pc:docMk/>
            <pc:sldMk cId="2469442191" sldId="262"/>
            <ac:cxnSpMk id="9" creationId="{01BB5B6C-EB92-6662-E794-C94E42C5C870}"/>
          </ac:cxnSpMkLst>
        </pc:cxnChg>
      </pc:sldChg>
      <pc:sldChg chg="addSp delSp modSp new mod delAnim modAnim">
        <pc:chgData name="Romano, M. Carmen" userId="aa8fdb40-17a6-4858-bc4e-f32e31186fd2" providerId="ADAL" clId="{E60D17D5-D53A-7A47-884D-9B4809490843}" dt="2025-03-14T14:24:41.336" v="7924" actId="478"/>
        <pc:sldMkLst>
          <pc:docMk/>
          <pc:sldMk cId="1837250185" sldId="263"/>
        </pc:sldMkLst>
        <pc:spChg chg="add mod">
          <ac:chgData name="Romano, M. Carmen" userId="aa8fdb40-17a6-4858-bc4e-f32e31186fd2" providerId="ADAL" clId="{E60D17D5-D53A-7A47-884D-9B4809490843}" dt="2025-01-31T12:17:58.178" v="175" actId="1076"/>
          <ac:spMkLst>
            <pc:docMk/>
            <pc:sldMk cId="1837250185" sldId="263"/>
            <ac:spMk id="11" creationId="{F1C34A78-214D-581D-53D0-0B5BED0F0DA2}"/>
          </ac:spMkLst>
        </pc:spChg>
        <pc:spChg chg="add mod">
          <ac:chgData name="Romano, M. Carmen" userId="aa8fdb40-17a6-4858-bc4e-f32e31186fd2" providerId="ADAL" clId="{E60D17D5-D53A-7A47-884D-9B4809490843}" dt="2025-01-31T12:18:20.585" v="202" actId="20577"/>
          <ac:spMkLst>
            <pc:docMk/>
            <pc:sldMk cId="1837250185" sldId="263"/>
            <ac:spMk id="12" creationId="{CCEAB127-DD35-5910-F313-6689B306927A}"/>
          </ac:spMkLst>
        </pc:spChg>
        <pc:picChg chg="add mod">
          <ac:chgData name="Romano, M. Carmen" userId="aa8fdb40-17a6-4858-bc4e-f32e31186fd2" providerId="ADAL" clId="{E60D17D5-D53A-7A47-884D-9B4809490843}" dt="2025-03-14T14:20:34.003" v="7917" actId="1076"/>
          <ac:picMkLst>
            <pc:docMk/>
            <pc:sldMk cId="1837250185" sldId="263"/>
            <ac:picMk id="3" creationId="{5A9EB30F-069F-F431-3025-657F88B5D183}"/>
          </ac:picMkLst>
        </pc:picChg>
        <pc:picChg chg="add mod">
          <ac:chgData name="Romano, M. Carmen" userId="aa8fdb40-17a6-4858-bc4e-f32e31186fd2" providerId="ADAL" clId="{E60D17D5-D53A-7A47-884D-9B4809490843}" dt="2025-03-14T14:24:35.285" v="7922" actId="1076"/>
          <ac:picMkLst>
            <pc:docMk/>
            <pc:sldMk cId="1837250185" sldId="263"/>
            <ac:picMk id="6" creationId="{B22B5981-62F5-C39D-20B4-6D7B116D20E0}"/>
          </ac:picMkLst>
        </pc:picChg>
      </pc:sldChg>
      <pc:sldChg chg="addSp delSp modSp new mod modAnim">
        <pc:chgData name="Romano, M. Carmen" userId="aa8fdb40-17a6-4858-bc4e-f32e31186fd2" providerId="ADAL" clId="{E60D17D5-D53A-7A47-884D-9B4809490843}" dt="2025-03-14T14:28:16.969" v="7937"/>
        <pc:sldMkLst>
          <pc:docMk/>
          <pc:sldMk cId="221938248" sldId="264"/>
        </pc:sldMkLst>
        <pc:spChg chg="add mod">
          <ac:chgData name="Romano, M. Carmen" userId="aa8fdb40-17a6-4858-bc4e-f32e31186fd2" providerId="ADAL" clId="{E60D17D5-D53A-7A47-884D-9B4809490843}" dt="2025-02-07T12:26:46.791" v="7901" actId="207"/>
          <ac:spMkLst>
            <pc:docMk/>
            <pc:sldMk cId="221938248" sldId="264"/>
            <ac:spMk id="2" creationId="{4249D91F-1DD3-4A7B-9EE6-7A7AF504FAC1}"/>
          </ac:spMkLst>
        </pc:spChg>
        <pc:spChg chg="add mod topLvl">
          <ac:chgData name="Romano, M. Carmen" userId="aa8fdb40-17a6-4858-bc4e-f32e31186fd2" providerId="ADAL" clId="{E60D17D5-D53A-7A47-884D-9B4809490843}" dt="2025-03-14T14:26:38.915" v="7929" actId="165"/>
          <ac:spMkLst>
            <pc:docMk/>
            <pc:sldMk cId="221938248" sldId="264"/>
            <ac:spMk id="6" creationId="{3AD8913F-226C-2826-A3C4-B7373A65F256}"/>
          </ac:spMkLst>
        </pc:spChg>
        <pc:spChg chg="add mod topLvl">
          <ac:chgData name="Romano, M. Carmen" userId="aa8fdb40-17a6-4858-bc4e-f32e31186fd2" providerId="ADAL" clId="{E60D17D5-D53A-7A47-884D-9B4809490843}" dt="2025-03-14T14:26:38.915" v="7929" actId="165"/>
          <ac:spMkLst>
            <pc:docMk/>
            <pc:sldMk cId="221938248" sldId="264"/>
            <ac:spMk id="7" creationId="{90CF372D-EF8B-50B9-6E89-DC1E2DF2DD76}"/>
          </ac:spMkLst>
        </pc:spChg>
        <pc:spChg chg="add mod">
          <ac:chgData name="Romano, M. Carmen" userId="aa8fdb40-17a6-4858-bc4e-f32e31186fd2" providerId="ADAL" clId="{E60D17D5-D53A-7A47-884D-9B4809490843}" dt="2025-03-14T14:26:47.864" v="7930" actId="164"/>
          <ac:spMkLst>
            <pc:docMk/>
            <pc:sldMk cId="221938248" sldId="264"/>
            <ac:spMk id="9" creationId="{32C5B1F1-CE9A-D63B-86A3-57A6DBA70599}"/>
          </ac:spMkLst>
        </pc:spChg>
        <pc:spChg chg="add mod">
          <ac:chgData name="Romano, M. Carmen" userId="aa8fdb40-17a6-4858-bc4e-f32e31186fd2" providerId="ADAL" clId="{E60D17D5-D53A-7A47-884D-9B4809490843}" dt="2025-03-14T14:26:56.948" v="7931" actId="164"/>
          <ac:spMkLst>
            <pc:docMk/>
            <pc:sldMk cId="221938248" sldId="264"/>
            <ac:spMk id="10" creationId="{9C4A599D-5BD6-7374-6C7A-B2549E05EFFE}"/>
          </ac:spMkLst>
        </pc:spChg>
        <pc:spChg chg="add mod">
          <ac:chgData name="Romano, M. Carmen" userId="aa8fdb40-17a6-4858-bc4e-f32e31186fd2" providerId="ADAL" clId="{E60D17D5-D53A-7A47-884D-9B4809490843}" dt="2025-03-14T14:27:42.244" v="7934" actId="207"/>
          <ac:spMkLst>
            <pc:docMk/>
            <pc:sldMk cId="221938248" sldId="264"/>
            <ac:spMk id="12" creationId="{E7C915BE-AC6A-6364-1DFC-86678C208162}"/>
          </ac:spMkLst>
        </pc:spChg>
        <pc:spChg chg="add mod">
          <ac:chgData name="Romano, M. Carmen" userId="aa8fdb40-17a6-4858-bc4e-f32e31186fd2" providerId="ADAL" clId="{E60D17D5-D53A-7A47-884D-9B4809490843}" dt="2025-03-14T14:27:50.480" v="7936" actId="1076"/>
          <ac:spMkLst>
            <pc:docMk/>
            <pc:sldMk cId="221938248" sldId="264"/>
            <ac:spMk id="13" creationId="{87951D81-23C2-4B37-386C-7C1D038138BC}"/>
          </ac:spMkLst>
        </pc:spChg>
        <pc:grpChg chg="add mod">
          <ac:chgData name="Romano, M. Carmen" userId="aa8fdb40-17a6-4858-bc4e-f32e31186fd2" providerId="ADAL" clId="{E60D17D5-D53A-7A47-884D-9B4809490843}" dt="2025-03-14T14:26:47.864" v="7930" actId="164"/>
          <ac:grpSpMkLst>
            <pc:docMk/>
            <pc:sldMk cId="221938248" sldId="264"/>
            <ac:grpSpMk id="3" creationId="{FEC25284-47E2-1C9F-A489-5DF27E5004FF}"/>
          </ac:grpSpMkLst>
        </pc:grpChg>
        <pc:grpChg chg="add mod">
          <ac:chgData name="Romano, M. Carmen" userId="aa8fdb40-17a6-4858-bc4e-f32e31186fd2" providerId="ADAL" clId="{E60D17D5-D53A-7A47-884D-9B4809490843}" dt="2025-03-14T14:26:56.948" v="7931" actId="164"/>
          <ac:grpSpMkLst>
            <pc:docMk/>
            <pc:sldMk cId="221938248" sldId="264"/>
            <ac:grpSpMk id="11" creationId="{F23B1CE5-9EDE-928F-3674-F23804E413FB}"/>
          </ac:grpSpMkLst>
        </pc:grpChg>
        <pc:picChg chg="add mod topLvl">
          <ac:chgData name="Romano, M. Carmen" userId="aa8fdb40-17a6-4858-bc4e-f32e31186fd2" providerId="ADAL" clId="{E60D17D5-D53A-7A47-884D-9B4809490843}" dt="2025-03-14T14:26:47.864" v="7930" actId="164"/>
          <ac:picMkLst>
            <pc:docMk/>
            <pc:sldMk cId="221938248" sldId="264"/>
            <ac:picMk id="4" creationId="{0248E4F0-E353-7154-8572-0D367A0E7DB9}"/>
          </ac:picMkLst>
        </pc:picChg>
        <pc:picChg chg="add mod topLvl">
          <ac:chgData name="Romano, M. Carmen" userId="aa8fdb40-17a6-4858-bc4e-f32e31186fd2" providerId="ADAL" clId="{E60D17D5-D53A-7A47-884D-9B4809490843}" dt="2025-03-14T14:26:56.948" v="7931" actId="164"/>
          <ac:picMkLst>
            <pc:docMk/>
            <pc:sldMk cId="221938248" sldId="264"/>
            <ac:picMk id="5" creationId="{A3C29AAF-E558-7CF3-32FC-C839B9BD4722}"/>
          </ac:picMkLst>
        </pc:picChg>
      </pc:sldChg>
      <pc:sldChg chg="new del">
        <pc:chgData name="Romano, M. Carmen" userId="aa8fdb40-17a6-4858-bc4e-f32e31186fd2" providerId="ADAL" clId="{E60D17D5-D53A-7A47-884D-9B4809490843}" dt="2025-01-31T12:25:09.654" v="277" actId="2696"/>
        <pc:sldMkLst>
          <pc:docMk/>
          <pc:sldMk cId="1137959302" sldId="265"/>
        </pc:sldMkLst>
      </pc:sldChg>
      <pc:sldChg chg="addSp delSp modSp new mod">
        <pc:chgData name="Romano, M. Carmen" userId="aa8fdb40-17a6-4858-bc4e-f32e31186fd2" providerId="ADAL" clId="{E60D17D5-D53A-7A47-884D-9B4809490843}" dt="2025-01-31T12:35:32.569" v="544" actId="207"/>
        <pc:sldMkLst>
          <pc:docMk/>
          <pc:sldMk cId="3199682353" sldId="265"/>
        </pc:sldMkLst>
        <pc:spChg chg="mod">
          <ac:chgData name="Romano, M. Carmen" userId="aa8fdb40-17a6-4858-bc4e-f32e31186fd2" providerId="ADAL" clId="{E60D17D5-D53A-7A47-884D-9B4809490843}" dt="2025-01-31T12:33:17.034" v="417" actId="207"/>
          <ac:spMkLst>
            <pc:docMk/>
            <pc:sldMk cId="3199682353" sldId="265"/>
            <ac:spMk id="2" creationId="{F72B898A-A1E6-8938-9C50-0B4D6EFC2353}"/>
          </ac:spMkLst>
        </pc:spChg>
        <pc:spChg chg="add mod">
          <ac:chgData name="Romano, M. Carmen" userId="aa8fdb40-17a6-4858-bc4e-f32e31186fd2" providerId="ADAL" clId="{E60D17D5-D53A-7A47-884D-9B4809490843}" dt="2025-01-31T12:35:32.569" v="544" actId="207"/>
          <ac:spMkLst>
            <pc:docMk/>
            <pc:sldMk cId="3199682353" sldId="265"/>
            <ac:spMk id="5" creationId="{02B5607E-DC83-DCDA-1624-B8D426519167}"/>
          </ac:spMkLst>
        </pc:spChg>
        <pc:picChg chg="add mod">
          <ac:chgData name="Romano, M. Carmen" userId="aa8fdb40-17a6-4858-bc4e-f32e31186fd2" providerId="ADAL" clId="{E60D17D5-D53A-7A47-884D-9B4809490843}" dt="2025-01-31T12:33:57.419" v="421" actId="1076"/>
          <ac:picMkLst>
            <pc:docMk/>
            <pc:sldMk cId="3199682353" sldId="265"/>
            <ac:picMk id="4" creationId="{D791AD30-F851-91BB-A980-B967ED091F1D}"/>
          </ac:picMkLst>
        </pc:picChg>
      </pc:sldChg>
      <pc:sldChg chg="addSp modSp new mod modAnim">
        <pc:chgData name="Romano, M. Carmen" userId="aa8fdb40-17a6-4858-bc4e-f32e31186fd2" providerId="ADAL" clId="{E60D17D5-D53A-7A47-884D-9B4809490843}" dt="2025-01-31T12:48:52.965" v="1267"/>
        <pc:sldMkLst>
          <pc:docMk/>
          <pc:sldMk cId="2425249963" sldId="266"/>
        </pc:sldMkLst>
        <pc:spChg chg="mod">
          <ac:chgData name="Romano, M. Carmen" userId="aa8fdb40-17a6-4858-bc4e-f32e31186fd2" providerId="ADAL" clId="{E60D17D5-D53A-7A47-884D-9B4809490843}" dt="2025-01-31T12:39:32.561" v="553" actId="207"/>
          <ac:spMkLst>
            <pc:docMk/>
            <pc:sldMk cId="2425249963" sldId="266"/>
            <ac:spMk id="2" creationId="{CB974B95-C30C-65A0-308A-D7F4133D8F03}"/>
          </ac:spMkLst>
        </pc:spChg>
        <pc:spChg chg="mod">
          <ac:chgData name="Romano, M. Carmen" userId="aa8fdb40-17a6-4858-bc4e-f32e31186fd2" providerId="ADAL" clId="{E60D17D5-D53A-7A47-884D-9B4809490843}" dt="2025-01-31T12:45:15.692" v="1100" actId="20577"/>
          <ac:spMkLst>
            <pc:docMk/>
            <pc:sldMk cId="2425249963" sldId="266"/>
            <ac:spMk id="3" creationId="{B5EC9624-5502-D2F8-ADEA-9BB912FAA182}"/>
          </ac:spMkLst>
        </pc:spChg>
        <pc:spChg chg="add mod">
          <ac:chgData name="Romano, M. Carmen" userId="aa8fdb40-17a6-4858-bc4e-f32e31186fd2" providerId="ADAL" clId="{E60D17D5-D53A-7A47-884D-9B4809490843}" dt="2025-01-31T12:48:09.172" v="1264" actId="20577"/>
          <ac:spMkLst>
            <pc:docMk/>
            <pc:sldMk cId="2425249963" sldId="266"/>
            <ac:spMk id="4" creationId="{08F138BD-EE20-1A54-F9C6-C18EA58B17E0}"/>
          </ac:spMkLst>
        </pc:spChg>
      </pc:sldChg>
      <pc:sldChg chg="addSp delSp modSp new mod">
        <pc:chgData name="Romano, M. Carmen" userId="aa8fdb40-17a6-4858-bc4e-f32e31186fd2" providerId="ADAL" clId="{E60D17D5-D53A-7A47-884D-9B4809490843}" dt="2025-03-14T14:34:26.991" v="7972" actId="207"/>
        <pc:sldMkLst>
          <pc:docMk/>
          <pc:sldMk cId="3240959984" sldId="267"/>
        </pc:sldMkLst>
        <pc:spChg chg="mod">
          <ac:chgData name="Romano, M. Carmen" userId="aa8fdb40-17a6-4858-bc4e-f32e31186fd2" providerId="ADAL" clId="{E60D17D5-D53A-7A47-884D-9B4809490843}" dt="2025-03-14T14:34:26.991" v="7972" actId="207"/>
          <ac:spMkLst>
            <pc:docMk/>
            <pc:sldMk cId="3240959984" sldId="267"/>
            <ac:spMk id="2" creationId="{32CF4E6B-C2F4-C15E-D9C7-F655C901AAF2}"/>
          </ac:spMkLst>
        </pc:spChg>
        <pc:spChg chg="mod">
          <ac:chgData name="Romano, M. Carmen" userId="aa8fdb40-17a6-4858-bc4e-f32e31186fd2" providerId="ADAL" clId="{E60D17D5-D53A-7A47-884D-9B4809490843}" dt="2025-03-14T14:33:14.786" v="7945" actId="20577"/>
          <ac:spMkLst>
            <pc:docMk/>
            <pc:sldMk cId="3240959984" sldId="267"/>
            <ac:spMk id="3" creationId="{505F9F20-9D89-0FC2-3F11-B070070E3B15}"/>
          </ac:spMkLst>
        </pc:spChg>
      </pc:sldChg>
      <pc:sldChg chg="addSp delSp modSp new mod">
        <pc:chgData name="Romano, M. Carmen" userId="aa8fdb40-17a6-4858-bc4e-f32e31186fd2" providerId="ADAL" clId="{E60D17D5-D53A-7A47-884D-9B4809490843}" dt="2025-01-31T13:22:40.056" v="1748" actId="255"/>
        <pc:sldMkLst>
          <pc:docMk/>
          <pc:sldMk cId="142929588" sldId="268"/>
        </pc:sldMkLst>
        <pc:spChg chg="mod">
          <ac:chgData name="Romano, M. Carmen" userId="aa8fdb40-17a6-4858-bc4e-f32e31186fd2" providerId="ADAL" clId="{E60D17D5-D53A-7A47-884D-9B4809490843}" dt="2025-01-31T13:21:46.524" v="1722" actId="20577"/>
          <ac:spMkLst>
            <pc:docMk/>
            <pc:sldMk cId="142929588" sldId="268"/>
            <ac:spMk id="2" creationId="{91C17326-8139-97C2-DD66-312E388E8ECC}"/>
          </ac:spMkLst>
        </pc:spChg>
        <pc:spChg chg="add mod">
          <ac:chgData name="Romano, M. Carmen" userId="aa8fdb40-17a6-4858-bc4e-f32e31186fd2" providerId="ADAL" clId="{E60D17D5-D53A-7A47-884D-9B4809490843}" dt="2025-01-31T13:22:22.031" v="1732" actId="14100"/>
          <ac:spMkLst>
            <pc:docMk/>
            <pc:sldMk cId="142929588" sldId="268"/>
            <ac:spMk id="6" creationId="{D65D9317-639C-8D0E-6E5F-06C13AA7A672}"/>
          </ac:spMkLst>
        </pc:spChg>
        <pc:spChg chg="add mod">
          <ac:chgData name="Romano, M. Carmen" userId="aa8fdb40-17a6-4858-bc4e-f32e31186fd2" providerId="ADAL" clId="{E60D17D5-D53A-7A47-884D-9B4809490843}" dt="2025-01-31T13:22:40.056" v="1748" actId="255"/>
          <ac:spMkLst>
            <pc:docMk/>
            <pc:sldMk cId="142929588" sldId="268"/>
            <ac:spMk id="7" creationId="{F0A6E730-B9A7-F98F-405A-5A3FB0623911}"/>
          </ac:spMkLst>
        </pc:spChg>
        <pc:picChg chg="add mod">
          <ac:chgData name="Romano, M. Carmen" userId="aa8fdb40-17a6-4858-bc4e-f32e31186fd2" providerId="ADAL" clId="{E60D17D5-D53A-7A47-884D-9B4809490843}" dt="2025-01-31T13:21:38.803" v="1720" actId="1076"/>
          <ac:picMkLst>
            <pc:docMk/>
            <pc:sldMk cId="142929588" sldId="268"/>
            <ac:picMk id="4" creationId="{B4648FB1-DEBA-ECDF-9E2A-B64CBC6B3258}"/>
          </ac:picMkLst>
        </pc:picChg>
        <pc:picChg chg="add mod">
          <ac:chgData name="Romano, M. Carmen" userId="aa8fdb40-17a6-4858-bc4e-f32e31186fd2" providerId="ADAL" clId="{E60D17D5-D53A-7A47-884D-9B4809490843}" dt="2025-01-31T13:22:00.486" v="1726" actId="1076"/>
          <ac:picMkLst>
            <pc:docMk/>
            <pc:sldMk cId="142929588" sldId="268"/>
            <ac:picMk id="5" creationId="{17C3FDB0-6496-2A31-3794-B573C5062330}"/>
          </ac:picMkLst>
        </pc:picChg>
      </pc:sldChg>
      <pc:sldChg chg="addSp delSp modSp new mod modAnim">
        <pc:chgData name="Romano, M. Carmen" userId="aa8fdb40-17a6-4858-bc4e-f32e31186fd2" providerId="ADAL" clId="{E60D17D5-D53A-7A47-884D-9B4809490843}" dt="2025-01-31T13:28:39.819" v="1882"/>
        <pc:sldMkLst>
          <pc:docMk/>
          <pc:sldMk cId="1517797897" sldId="269"/>
        </pc:sldMkLst>
        <pc:spChg chg="mod">
          <ac:chgData name="Romano, M. Carmen" userId="aa8fdb40-17a6-4858-bc4e-f32e31186fd2" providerId="ADAL" clId="{E60D17D5-D53A-7A47-884D-9B4809490843}" dt="2025-01-31T13:28:23.666" v="1878" actId="1076"/>
          <ac:spMkLst>
            <pc:docMk/>
            <pc:sldMk cId="1517797897" sldId="269"/>
            <ac:spMk id="2" creationId="{EC27DEFB-4C53-361B-2B10-CF27D9E713CD}"/>
          </ac:spMkLst>
        </pc:spChg>
        <pc:spChg chg="add mod">
          <ac:chgData name="Romano, M. Carmen" userId="aa8fdb40-17a6-4858-bc4e-f32e31186fd2" providerId="ADAL" clId="{E60D17D5-D53A-7A47-884D-9B4809490843}" dt="2025-01-31T13:28:06.630" v="1876" actId="207"/>
          <ac:spMkLst>
            <pc:docMk/>
            <pc:sldMk cId="1517797897" sldId="269"/>
            <ac:spMk id="8" creationId="{41A80F31-13AC-1555-364F-1DE6FD2BEE01}"/>
          </ac:spMkLst>
        </pc:spChg>
        <pc:picChg chg="add mod">
          <ac:chgData name="Romano, M. Carmen" userId="aa8fdb40-17a6-4858-bc4e-f32e31186fd2" providerId="ADAL" clId="{E60D17D5-D53A-7A47-884D-9B4809490843}" dt="2025-01-31T13:24:29.225" v="1794" actId="1076"/>
          <ac:picMkLst>
            <pc:docMk/>
            <pc:sldMk cId="1517797897" sldId="269"/>
            <ac:picMk id="4" creationId="{C3C48E49-C6C9-5860-C5B6-918D6368913A}"/>
          </ac:picMkLst>
        </pc:picChg>
        <pc:picChg chg="add mod">
          <ac:chgData name="Romano, M. Carmen" userId="aa8fdb40-17a6-4858-bc4e-f32e31186fd2" providerId="ADAL" clId="{E60D17D5-D53A-7A47-884D-9B4809490843}" dt="2025-01-31T13:24:50.107" v="1797" actId="1076"/>
          <ac:picMkLst>
            <pc:docMk/>
            <pc:sldMk cId="1517797897" sldId="269"/>
            <ac:picMk id="5" creationId="{1A3E259A-877D-9F02-35D2-12B10E4A5B9E}"/>
          </ac:picMkLst>
        </pc:picChg>
        <pc:picChg chg="add mod">
          <ac:chgData name="Romano, M. Carmen" userId="aa8fdb40-17a6-4858-bc4e-f32e31186fd2" providerId="ADAL" clId="{E60D17D5-D53A-7A47-884D-9B4809490843}" dt="2025-01-31T13:26:08.773" v="1834" actId="1076"/>
          <ac:picMkLst>
            <pc:docMk/>
            <pc:sldMk cId="1517797897" sldId="269"/>
            <ac:picMk id="6" creationId="{695CA3EE-6CD7-F317-D137-36F0A347BC8C}"/>
          </ac:picMkLst>
        </pc:picChg>
      </pc:sldChg>
      <pc:sldChg chg="addSp delSp modSp new mod">
        <pc:chgData name="Romano, M. Carmen" userId="aa8fdb40-17a6-4858-bc4e-f32e31186fd2" providerId="ADAL" clId="{E60D17D5-D53A-7A47-884D-9B4809490843}" dt="2025-01-31T13:32:06.160" v="1917" actId="207"/>
        <pc:sldMkLst>
          <pc:docMk/>
          <pc:sldMk cId="2394955460" sldId="270"/>
        </pc:sldMkLst>
        <pc:spChg chg="add mod">
          <ac:chgData name="Romano, M. Carmen" userId="aa8fdb40-17a6-4858-bc4e-f32e31186fd2" providerId="ADAL" clId="{E60D17D5-D53A-7A47-884D-9B4809490843}" dt="2025-01-31T13:32:06.160" v="1917" actId="207"/>
          <ac:spMkLst>
            <pc:docMk/>
            <pc:sldMk cId="2394955460" sldId="270"/>
            <ac:spMk id="5" creationId="{22FB7D4B-39BC-42DF-3813-C986C2C79C56}"/>
          </ac:spMkLst>
        </pc:spChg>
        <pc:picChg chg="add mod">
          <ac:chgData name="Romano, M. Carmen" userId="aa8fdb40-17a6-4858-bc4e-f32e31186fd2" providerId="ADAL" clId="{E60D17D5-D53A-7A47-884D-9B4809490843}" dt="2025-01-31T13:31:42.283" v="1888" actId="1076"/>
          <ac:picMkLst>
            <pc:docMk/>
            <pc:sldMk cId="2394955460" sldId="270"/>
            <ac:picMk id="4" creationId="{3EF5731C-FA62-3630-405B-4372DD26AF42}"/>
          </ac:picMkLst>
        </pc:picChg>
      </pc:sldChg>
      <pc:sldChg chg="addSp modSp new mod modAnim">
        <pc:chgData name="Romano, M. Carmen" userId="aa8fdb40-17a6-4858-bc4e-f32e31186fd2" providerId="ADAL" clId="{E60D17D5-D53A-7A47-884D-9B4809490843}" dt="2025-03-14T14:44:10.340" v="8034"/>
        <pc:sldMkLst>
          <pc:docMk/>
          <pc:sldMk cId="1405520275" sldId="271"/>
        </pc:sldMkLst>
        <pc:spChg chg="mod">
          <ac:chgData name="Romano, M. Carmen" userId="aa8fdb40-17a6-4858-bc4e-f32e31186fd2" providerId="ADAL" clId="{E60D17D5-D53A-7A47-884D-9B4809490843}" dt="2025-01-31T13:36:27.960" v="1957" actId="207"/>
          <ac:spMkLst>
            <pc:docMk/>
            <pc:sldMk cId="1405520275" sldId="271"/>
            <ac:spMk id="2" creationId="{D0FC1B5E-9C3B-2689-0EE1-F03CD1B0633B}"/>
          </ac:spMkLst>
        </pc:spChg>
        <pc:spChg chg="mod">
          <ac:chgData name="Romano, M. Carmen" userId="aa8fdb40-17a6-4858-bc4e-f32e31186fd2" providerId="ADAL" clId="{E60D17D5-D53A-7A47-884D-9B4809490843}" dt="2025-03-14T14:40:17.052" v="7974" actId="1076"/>
          <ac:spMkLst>
            <pc:docMk/>
            <pc:sldMk cId="1405520275" sldId="271"/>
            <ac:spMk id="3" creationId="{C8B8A86D-22C7-635D-82FE-11C08CBBC660}"/>
          </ac:spMkLst>
        </pc:spChg>
        <pc:spChg chg="add mod">
          <ac:chgData name="Romano, M. Carmen" userId="aa8fdb40-17a6-4858-bc4e-f32e31186fd2" providerId="ADAL" clId="{E60D17D5-D53A-7A47-884D-9B4809490843}" dt="2025-03-14T14:44:02.698" v="8033" actId="207"/>
          <ac:spMkLst>
            <pc:docMk/>
            <pc:sldMk cId="1405520275" sldId="271"/>
            <ac:spMk id="6" creationId="{829EA56F-5923-2EF7-A58B-334FCAC0ACAD}"/>
          </ac:spMkLst>
        </pc:spChg>
        <pc:picChg chg="add mod">
          <ac:chgData name="Romano, M. Carmen" userId="aa8fdb40-17a6-4858-bc4e-f32e31186fd2" providerId="ADAL" clId="{E60D17D5-D53A-7A47-884D-9B4809490843}" dt="2025-03-14T14:40:17.052" v="7974" actId="1076"/>
          <ac:picMkLst>
            <pc:docMk/>
            <pc:sldMk cId="1405520275" sldId="271"/>
            <ac:picMk id="4" creationId="{1E33D99E-9FD8-93F7-6F9D-A4D261F0BEAF}"/>
          </ac:picMkLst>
        </pc:picChg>
        <pc:picChg chg="add mod">
          <ac:chgData name="Romano, M. Carmen" userId="aa8fdb40-17a6-4858-bc4e-f32e31186fd2" providerId="ADAL" clId="{E60D17D5-D53A-7A47-884D-9B4809490843}" dt="2025-01-31T13:37:49.732" v="2023" actId="1076"/>
          <ac:picMkLst>
            <pc:docMk/>
            <pc:sldMk cId="1405520275" sldId="271"/>
            <ac:picMk id="5" creationId="{642D959E-1367-7B49-C664-C1D43346C9ED}"/>
          </ac:picMkLst>
        </pc:picChg>
      </pc:sldChg>
      <pc:sldChg chg="addSp delSp modSp add mod">
        <pc:chgData name="Romano, M. Carmen" userId="aa8fdb40-17a6-4858-bc4e-f32e31186fd2" providerId="ADAL" clId="{E60D17D5-D53A-7A47-884D-9B4809490843}" dt="2025-01-31T13:42:37.510" v="2289" actId="207"/>
        <pc:sldMkLst>
          <pc:docMk/>
          <pc:sldMk cId="3851733180" sldId="272"/>
        </pc:sldMkLst>
        <pc:spChg chg="add mod">
          <ac:chgData name="Romano, M. Carmen" userId="aa8fdb40-17a6-4858-bc4e-f32e31186fd2" providerId="ADAL" clId="{E60D17D5-D53A-7A47-884D-9B4809490843}" dt="2025-01-31T13:40:52.725" v="2106" actId="255"/>
          <ac:spMkLst>
            <pc:docMk/>
            <pc:sldMk cId="3851733180" sldId="272"/>
            <ac:spMk id="9" creationId="{8B36A4C6-1A2F-F54D-06CB-FA7147C9AB36}"/>
          </ac:spMkLst>
        </pc:spChg>
        <pc:spChg chg="add mod">
          <ac:chgData name="Romano, M. Carmen" userId="aa8fdb40-17a6-4858-bc4e-f32e31186fd2" providerId="ADAL" clId="{E60D17D5-D53A-7A47-884D-9B4809490843}" dt="2025-01-31T13:42:37.510" v="2289" actId="207"/>
          <ac:spMkLst>
            <pc:docMk/>
            <pc:sldMk cId="3851733180" sldId="272"/>
            <ac:spMk id="10" creationId="{8C72442F-C6D3-7B88-80F5-BBE639BA715C}"/>
          </ac:spMkLst>
        </pc:spChg>
        <pc:picChg chg="add mod">
          <ac:chgData name="Romano, M. Carmen" userId="aa8fdb40-17a6-4858-bc4e-f32e31186fd2" providerId="ADAL" clId="{E60D17D5-D53A-7A47-884D-9B4809490843}" dt="2025-01-31T13:40:14.398" v="2091" actId="1076"/>
          <ac:picMkLst>
            <pc:docMk/>
            <pc:sldMk cId="3851733180" sldId="272"/>
            <ac:picMk id="8" creationId="{DC40941D-7197-D2D7-B8F2-688BDC95AC24}"/>
          </ac:picMkLst>
        </pc:picChg>
      </pc:sldChg>
      <pc:sldChg chg="modSp new mod modAnim">
        <pc:chgData name="Romano, M. Carmen" userId="aa8fdb40-17a6-4858-bc4e-f32e31186fd2" providerId="ADAL" clId="{E60D17D5-D53A-7A47-884D-9B4809490843}" dt="2025-01-31T13:50:43.077" v="2487"/>
        <pc:sldMkLst>
          <pc:docMk/>
          <pc:sldMk cId="2895203223" sldId="273"/>
        </pc:sldMkLst>
        <pc:spChg chg="mod">
          <ac:chgData name="Romano, M. Carmen" userId="aa8fdb40-17a6-4858-bc4e-f32e31186fd2" providerId="ADAL" clId="{E60D17D5-D53A-7A47-884D-9B4809490843}" dt="2025-01-31T13:43:24.803" v="2298" actId="207"/>
          <ac:spMkLst>
            <pc:docMk/>
            <pc:sldMk cId="2895203223" sldId="273"/>
            <ac:spMk id="2" creationId="{6A02B0BF-797C-04B0-2F0A-0202BBCD37AD}"/>
          </ac:spMkLst>
        </pc:spChg>
        <pc:spChg chg="mod">
          <ac:chgData name="Romano, M. Carmen" userId="aa8fdb40-17a6-4858-bc4e-f32e31186fd2" providerId="ADAL" clId="{E60D17D5-D53A-7A47-884D-9B4809490843}" dt="2025-01-31T13:50:27.412" v="2486" actId="20577"/>
          <ac:spMkLst>
            <pc:docMk/>
            <pc:sldMk cId="2895203223" sldId="273"/>
            <ac:spMk id="3" creationId="{3E9857DD-B995-47E4-380A-5F3E8BD8D61D}"/>
          </ac:spMkLst>
        </pc:spChg>
      </pc:sldChg>
      <pc:sldChg chg="addSp modSp new mod modAnim">
        <pc:chgData name="Romano, M. Carmen" userId="aa8fdb40-17a6-4858-bc4e-f32e31186fd2" providerId="ADAL" clId="{E60D17D5-D53A-7A47-884D-9B4809490843}" dt="2025-01-31T13:52:34.217" v="2558"/>
        <pc:sldMkLst>
          <pc:docMk/>
          <pc:sldMk cId="971302804" sldId="274"/>
        </pc:sldMkLst>
        <pc:spChg chg="mod">
          <ac:chgData name="Romano, M. Carmen" userId="aa8fdb40-17a6-4858-bc4e-f32e31186fd2" providerId="ADAL" clId="{E60D17D5-D53A-7A47-884D-9B4809490843}" dt="2025-01-31T13:51:51.562" v="2496" actId="207"/>
          <ac:spMkLst>
            <pc:docMk/>
            <pc:sldMk cId="971302804" sldId="274"/>
            <ac:spMk id="2" creationId="{7E428B62-A71C-4B7D-8AB2-4EDB1BE20625}"/>
          </ac:spMkLst>
        </pc:spChg>
        <pc:spChg chg="mod">
          <ac:chgData name="Romano, M. Carmen" userId="aa8fdb40-17a6-4858-bc4e-f32e31186fd2" providerId="ADAL" clId="{E60D17D5-D53A-7A47-884D-9B4809490843}" dt="2025-01-31T13:52:01.973" v="2553" actId="20577"/>
          <ac:spMkLst>
            <pc:docMk/>
            <pc:sldMk cId="971302804" sldId="274"/>
            <ac:spMk id="3" creationId="{25D28A99-0077-9699-52CD-6E11DE6FE1C4}"/>
          </ac:spMkLst>
        </pc:spChg>
        <pc:picChg chg="add mod">
          <ac:chgData name="Romano, M. Carmen" userId="aa8fdb40-17a6-4858-bc4e-f32e31186fd2" providerId="ADAL" clId="{E60D17D5-D53A-7A47-884D-9B4809490843}" dt="2025-01-31T13:52:27.304" v="2556" actId="1076"/>
          <ac:picMkLst>
            <pc:docMk/>
            <pc:sldMk cId="971302804" sldId="274"/>
            <ac:picMk id="4" creationId="{C324D9F3-7DC3-9FC6-F030-A2CEC3DD504A}"/>
          </ac:picMkLst>
        </pc:picChg>
      </pc:sldChg>
      <pc:sldChg chg="new del">
        <pc:chgData name="Romano, M. Carmen" userId="aa8fdb40-17a6-4858-bc4e-f32e31186fd2" providerId="ADAL" clId="{E60D17D5-D53A-7A47-884D-9B4809490843}" dt="2025-01-31T14:34:53.790" v="3197" actId="2696"/>
        <pc:sldMkLst>
          <pc:docMk/>
          <pc:sldMk cId="1279938719" sldId="275"/>
        </pc:sldMkLst>
      </pc:sldChg>
      <pc:sldChg chg="addSp delSp modSp new mod delAnim modAnim">
        <pc:chgData name="Romano, M. Carmen" userId="aa8fdb40-17a6-4858-bc4e-f32e31186fd2" providerId="ADAL" clId="{E60D17D5-D53A-7A47-884D-9B4809490843}" dt="2025-02-01T06:18:34.660" v="6685" actId="1076"/>
        <pc:sldMkLst>
          <pc:docMk/>
          <pc:sldMk cId="3907693644" sldId="276"/>
        </pc:sldMkLst>
        <pc:spChg chg="mod">
          <ac:chgData name="Romano, M. Carmen" userId="aa8fdb40-17a6-4858-bc4e-f32e31186fd2" providerId="ADAL" clId="{E60D17D5-D53A-7A47-884D-9B4809490843}" dt="2025-01-31T14:02:25.513" v="2704" actId="20577"/>
          <ac:spMkLst>
            <pc:docMk/>
            <pc:sldMk cId="3907693644" sldId="276"/>
            <ac:spMk id="2" creationId="{B23459A9-7689-92A0-FB16-902554A8C455}"/>
          </ac:spMkLst>
        </pc:spChg>
        <pc:spChg chg="add mod">
          <ac:chgData name="Romano, M. Carmen" userId="aa8fdb40-17a6-4858-bc4e-f32e31186fd2" providerId="ADAL" clId="{E60D17D5-D53A-7A47-884D-9B4809490843}" dt="2025-01-31T14:01:35.905" v="2665" actId="164"/>
          <ac:spMkLst>
            <pc:docMk/>
            <pc:sldMk cId="3907693644" sldId="276"/>
            <ac:spMk id="7" creationId="{42DCA475-075E-946D-A802-BA9220FB5F2F}"/>
          </ac:spMkLst>
        </pc:spChg>
        <pc:spChg chg="add mod">
          <ac:chgData name="Romano, M. Carmen" userId="aa8fdb40-17a6-4858-bc4e-f32e31186fd2" providerId="ADAL" clId="{E60D17D5-D53A-7A47-884D-9B4809490843}" dt="2025-01-31T14:01:47.036" v="2666" actId="164"/>
          <ac:spMkLst>
            <pc:docMk/>
            <pc:sldMk cId="3907693644" sldId="276"/>
            <ac:spMk id="8" creationId="{3E4E0A58-A58E-F779-F11D-3B122FAAF315}"/>
          </ac:spMkLst>
        </pc:spChg>
        <pc:spChg chg="add mod">
          <ac:chgData name="Romano, M. Carmen" userId="aa8fdb40-17a6-4858-bc4e-f32e31186fd2" providerId="ADAL" clId="{E60D17D5-D53A-7A47-884D-9B4809490843}" dt="2025-01-31T14:02:45.709" v="2742" actId="207"/>
          <ac:spMkLst>
            <pc:docMk/>
            <pc:sldMk cId="3907693644" sldId="276"/>
            <ac:spMk id="11" creationId="{3FDCD699-6991-0E64-235B-B449D5FEA6CF}"/>
          </ac:spMkLst>
        </pc:spChg>
        <pc:spChg chg="add mod">
          <ac:chgData name="Romano, M. Carmen" userId="aa8fdb40-17a6-4858-bc4e-f32e31186fd2" providerId="ADAL" clId="{E60D17D5-D53A-7A47-884D-9B4809490843}" dt="2025-01-31T14:04:21.035" v="2788" actId="207"/>
          <ac:spMkLst>
            <pc:docMk/>
            <pc:sldMk cId="3907693644" sldId="276"/>
            <ac:spMk id="12" creationId="{D837B8F7-ED00-9A4E-2FD4-29B3154C9714}"/>
          </ac:spMkLst>
        </pc:spChg>
        <pc:spChg chg="add mod">
          <ac:chgData name="Romano, M. Carmen" userId="aa8fdb40-17a6-4858-bc4e-f32e31186fd2" providerId="ADAL" clId="{E60D17D5-D53A-7A47-884D-9B4809490843}" dt="2025-02-01T06:18:34.660" v="6685" actId="1076"/>
          <ac:spMkLst>
            <pc:docMk/>
            <pc:sldMk cId="3907693644" sldId="276"/>
            <ac:spMk id="13" creationId="{59A97002-C2B7-341E-CB69-8518D342236E}"/>
          </ac:spMkLst>
        </pc:spChg>
        <pc:grpChg chg="add mod">
          <ac:chgData name="Romano, M. Carmen" userId="aa8fdb40-17a6-4858-bc4e-f32e31186fd2" providerId="ADAL" clId="{E60D17D5-D53A-7A47-884D-9B4809490843}" dt="2025-01-31T14:01:35.905" v="2665" actId="164"/>
          <ac:grpSpMkLst>
            <pc:docMk/>
            <pc:sldMk cId="3907693644" sldId="276"/>
            <ac:grpSpMk id="9" creationId="{2CBD296F-CCEA-FCEB-64A0-B2D2498A459E}"/>
          </ac:grpSpMkLst>
        </pc:grpChg>
        <pc:grpChg chg="add mod">
          <ac:chgData name="Romano, M. Carmen" userId="aa8fdb40-17a6-4858-bc4e-f32e31186fd2" providerId="ADAL" clId="{E60D17D5-D53A-7A47-884D-9B4809490843}" dt="2025-01-31T14:01:47.036" v="2666" actId="164"/>
          <ac:grpSpMkLst>
            <pc:docMk/>
            <pc:sldMk cId="3907693644" sldId="276"/>
            <ac:grpSpMk id="10" creationId="{0666C338-AFBA-3696-1240-5313E897F1DA}"/>
          </ac:grpSpMkLst>
        </pc:grpChg>
        <pc:picChg chg="add mod">
          <ac:chgData name="Romano, M. Carmen" userId="aa8fdb40-17a6-4858-bc4e-f32e31186fd2" providerId="ADAL" clId="{E60D17D5-D53A-7A47-884D-9B4809490843}" dt="2025-01-31T14:01:35.905" v="2665" actId="164"/>
          <ac:picMkLst>
            <pc:docMk/>
            <pc:sldMk cId="3907693644" sldId="276"/>
            <ac:picMk id="5" creationId="{37997660-BE98-9897-0CF0-8C0189B4D411}"/>
          </ac:picMkLst>
        </pc:picChg>
        <pc:picChg chg="add mod">
          <ac:chgData name="Romano, M. Carmen" userId="aa8fdb40-17a6-4858-bc4e-f32e31186fd2" providerId="ADAL" clId="{E60D17D5-D53A-7A47-884D-9B4809490843}" dt="2025-01-31T14:01:47.036" v="2666" actId="164"/>
          <ac:picMkLst>
            <pc:docMk/>
            <pc:sldMk cId="3907693644" sldId="276"/>
            <ac:picMk id="6" creationId="{2EF1D278-4FFE-28CE-7A82-843E3A4029A7}"/>
          </ac:picMkLst>
        </pc:picChg>
      </pc:sldChg>
      <pc:sldChg chg="addSp delSp modSp new mod">
        <pc:chgData name="Romano, M. Carmen" userId="aa8fdb40-17a6-4858-bc4e-f32e31186fd2" providerId="ADAL" clId="{E60D17D5-D53A-7A47-884D-9B4809490843}" dt="2025-01-31T18:43:05.101" v="3594" actId="1035"/>
        <pc:sldMkLst>
          <pc:docMk/>
          <pc:sldMk cId="3075201141" sldId="277"/>
        </pc:sldMkLst>
        <pc:spChg chg="mod">
          <ac:chgData name="Romano, M. Carmen" userId="aa8fdb40-17a6-4858-bc4e-f32e31186fd2" providerId="ADAL" clId="{E60D17D5-D53A-7A47-884D-9B4809490843}" dt="2025-01-31T14:35:17.707" v="3208" actId="207"/>
          <ac:spMkLst>
            <pc:docMk/>
            <pc:sldMk cId="3075201141" sldId="277"/>
            <ac:spMk id="2" creationId="{26F9D158-BAB6-7925-2D82-B291FCA2E41C}"/>
          </ac:spMkLst>
        </pc:spChg>
        <pc:spChg chg="add mod">
          <ac:chgData name="Romano, M. Carmen" userId="aa8fdb40-17a6-4858-bc4e-f32e31186fd2" providerId="ADAL" clId="{E60D17D5-D53A-7A47-884D-9B4809490843}" dt="2025-01-31T18:43:05.101" v="3594" actId="1035"/>
          <ac:spMkLst>
            <pc:docMk/>
            <pc:sldMk cId="3075201141" sldId="277"/>
            <ac:spMk id="4" creationId="{92137790-B7AC-26D0-248E-A20A2970C677}"/>
          </ac:spMkLst>
        </pc:spChg>
        <pc:spChg chg="add mod">
          <ac:chgData name="Romano, M. Carmen" userId="aa8fdb40-17a6-4858-bc4e-f32e31186fd2" providerId="ADAL" clId="{E60D17D5-D53A-7A47-884D-9B4809490843}" dt="2025-01-31T18:42:58.725" v="3588" actId="1035"/>
          <ac:spMkLst>
            <pc:docMk/>
            <pc:sldMk cId="3075201141" sldId="277"/>
            <ac:spMk id="6" creationId="{AFFC5DDC-0714-10B0-ADB4-186302E6C2AB}"/>
          </ac:spMkLst>
        </pc:spChg>
        <pc:picChg chg="add mod">
          <ac:chgData name="Romano, M. Carmen" userId="aa8fdb40-17a6-4858-bc4e-f32e31186fd2" providerId="ADAL" clId="{E60D17D5-D53A-7A47-884D-9B4809490843}" dt="2025-01-31T18:42:37.376" v="3570" actId="1076"/>
          <ac:picMkLst>
            <pc:docMk/>
            <pc:sldMk cId="3075201141" sldId="277"/>
            <ac:picMk id="5" creationId="{E4C2F7A3-C1C2-F7F1-B041-B5B194E8EC99}"/>
          </ac:picMkLst>
        </pc:picChg>
      </pc:sldChg>
      <pc:sldChg chg="modSp new mod">
        <pc:chgData name="Romano, M. Carmen" userId="aa8fdb40-17a6-4858-bc4e-f32e31186fd2" providerId="ADAL" clId="{E60D17D5-D53A-7A47-884D-9B4809490843}" dt="2025-02-07T12:42:20.762" v="7905" actId="27636"/>
        <pc:sldMkLst>
          <pc:docMk/>
          <pc:sldMk cId="3857458267" sldId="278"/>
        </pc:sldMkLst>
        <pc:spChg chg="mod">
          <ac:chgData name="Romano, M. Carmen" userId="aa8fdb40-17a6-4858-bc4e-f32e31186fd2" providerId="ADAL" clId="{E60D17D5-D53A-7A47-884D-9B4809490843}" dt="2025-01-31T14:04:52.347" v="2798" actId="207"/>
          <ac:spMkLst>
            <pc:docMk/>
            <pc:sldMk cId="3857458267" sldId="278"/>
            <ac:spMk id="2" creationId="{8632CDFA-7CD1-2026-24C7-7E1C7EFBE873}"/>
          </ac:spMkLst>
        </pc:spChg>
        <pc:spChg chg="mod">
          <ac:chgData name="Romano, M. Carmen" userId="aa8fdb40-17a6-4858-bc4e-f32e31186fd2" providerId="ADAL" clId="{E60D17D5-D53A-7A47-884D-9B4809490843}" dt="2025-02-07T12:42:20.762" v="7905" actId="27636"/>
          <ac:spMkLst>
            <pc:docMk/>
            <pc:sldMk cId="3857458267" sldId="278"/>
            <ac:spMk id="3" creationId="{CA985C27-74EE-1CC2-F1FE-3C2F9AF7AC20}"/>
          </ac:spMkLst>
        </pc:spChg>
      </pc:sldChg>
      <pc:sldChg chg="addSp delSp modSp new mod">
        <pc:chgData name="Romano, M. Carmen" userId="aa8fdb40-17a6-4858-bc4e-f32e31186fd2" providerId="ADAL" clId="{E60D17D5-D53A-7A47-884D-9B4809490843}" dt="2025-01-31T18:54:28.545" v="3906" actId="1076"/>
        <pc:sldMkLst>
          <pc:docMk/>
          <pc:sldMk cId="735742421" sldId="279"/>
        </pc:sldMkLst>
        <pc:spChg chg="mod">
          <ac:chgData name="Romano, M. Carmen" userId="aa8fdb40-17a6-4858-bc4e-f32e31186fd2" providerId="ADAL" clId="{E60D17D5-D53A-7A47-884D-9B4809490843}" dt="2025-01-31T14:36:19.368" v="3253" actId="207"/>
          <ac:spMkLst>
            <pc:docMk/>
            <pc:sldMk cId="735742421" sldId="279"/>
            <ac:spMk id="2" creationId="{D50ADBD9-F67C-DAAE-A8B4-137D749CB28A}"/>
          </ac:spMkLst>
        </pc:spChg>
        <pc:spChg chg="add mod">
          <ac:chgData name="Romano, M. Carmen" userId="aa8fdb40-17a6-4858-bc4e-f32e31186fd2" providerId="ADAL" clId="{E60D17D5-D53A-7A47-884D-9B4809490843}" dt="2025-01-31T18:51:54.388" v="3878" actId="20577"/>
          <ac:spMkLst>
            <pc:docMk/>
            <pc:sldMk cId="735742421" sldId="279"/>
            <ac:spMk id="4" creationId="{E4367B69-38AF-7391-8AF1-772EFA94A181}"/>
          </ac:spMkLst>
        </pc:spChg>
        <pc:spChg chg="add mod">
          <ac:chgData name="Romano, M. Carmen" userId="aa8fdb40-17a6-4858-bc4e-f32e31186fd2" providerId="ADAL" clId="{E60D17D5-D53A-7A47-884D-9B4809490843}" dt="2025-01-31T18:54:04.294" v="3899" actId="1076"/>
          <ac:spMkLst>
            <pc:docMk/>
            <pc:sldMk cId="735742421" sldId="279"/>
            <ac:spMk id="6" creationId="{5FA2E047-D6E6-3657-43D5-8F42F6FFBE09}"/>
          </ac:spMkLst>
        </pc:spChg>
        <pc:picChg chg="add mod">
          <ac:chgData name="Romano, M. Carmen" userId="aa8fdb40-17a6-4858-bc4e-f32e31186fd2" providerId="ADAL" clId="{E60D17D5-D53A-7A47-884D-9B4809490843}" dt="2025-01-31T18:54:01.299" v="3898" actId="1076"/>
          <ac:picMkLst>
            <pc:docMk/>
            <pc:sldMk cId="735742421" sldId="279"/>
            <ac:picMk id="5" creationId="{5A0B5A89-BDAD-08B4-ECDF-8919544CA457}"/>
          </ac:picMkLst>
        </pc:picChg>
        <pc:picChg chg="add mod">
          <ac:chgData name="Romano, M. Carmen" userId="aa8fdb40-17a6-4858-bc4e-f32e31186fd2" providerId="ADAL" clId="{E60D17D5-D53A-7A47-884D-9B4809490843}" dt="2025-01-31T18:54:28.545" v="3906" actId="1076"/>
          <ac:picMkLst>
            <pc:docMk/>
            <pc:sldMk cId="735742421" sldId="279"/>
            <ac:picMk id="7" creationId="{DC449BD9-6BCB-779D-4871-6ED7663BDF73}"/>
          </ac:picMkLst>
        </pc:picChg>
      </pc:sldChg>
      <pc:sldChg chg="addSp delSp modSp new mod">
        <pc:chgData name="Romano, M. Carmen" userId="aa8fdb40-17a6-4858-bc4e-f32e31186fd2" providerId="ADAL" clId="{E60D17D5-D53A-7A47-884D-9B4809490843}" dt="2025-01-31T19:04:36.365" v="4260" actId="20577"/>
        <pc:sldMkLst>
          <pc:docMk/>
          <pc:sldMk cId="945607311" sldId="280"/>
        </pc:sldMkLst>
        <pc:spChg chg="mod">
          <ac:chgData name="Romano, M. Carmen" userId="aa8fdb40-17a6-4858-bc4e-f32e31186fd2" providerId="ADAL" clId="{E60D17D5-D53A-7A47-884D-9B4809490843}" dt="2025-01-31T19:04:36.365" v="4260" actId="20577"/>
          <ac:spMkLst>
            <pc:docMk/>
            <pc:sldMk cId="945607311" sldId="280"/>
            <ac:spMk id="2" creationId="{47DAD6C1-718C-CDDE-CDC2-9D8CBD62FCF4}"/>
          </ac:spMkLst>
        </pc:spChg>
        <pc:spChg chg="add mod">
          <ac:chgData name="Romano, M. Carmen" userId="aa8fdb40-17a6-4858-bc4e-f32e31186fd2" providerId="ADAL" clId="{E60D17D5-D53A-7A47-884D-9B4809490843}" dt="2025-01-31T19:03:49.849" v="4250" actId="164"/>
          <ac:spMkLst>
            <pc:docMk/>
            <pc:sldMk cId="945607311" sldId="280"/>
            <ac:spMk id="5" creationId="{018AEF26-CE87-7F7B-D4E3-1AE719E7FE32}"/>
          </ac:spMkLst>
        </pc:spChg>
        <pc:grpChg chg="add mod">
          <ac:chgData name="Romano, M. Carmen" userId="aa8fdb40-17a6-4858-bc4e-f32e31186fd2" providerId="ADAL" clId="{E60D17D5-D53A-7A47-884D-9B4809490843}" dt="2025-01-31T19:03:49.849" v="4250" actId="164"/>
          <ac:grpSpMkLst>
            <pc:docMk/>
            <pc:sldMk cId="945607311" sldId="280"/>
            <ac:grpSpMk id="6" creationId="{084D9C80-3148-26EC-D7F9-CDD76C5548EB}"/>
          </ac:grpSpMkLst>
        </pc:grpChg>
        <pc:picChg chg="add mod">
          <ac:chgData name="Romano, M. Carmen" userId="aa8fdb40-17a6-4858-bc4e-f32e31186fd2" providerId="ADAL" clId="{E60D17D5-D53A-7A47-884D-9B4809490843}" dt="2025-01-31T19:03:49.849" v="4250" actId="164"/>
          <ac:picMkLst>
            <pc:docMk/>
            <pc:sldMk cId="945607311" sldId="280"/>
            <ac:picMk id="4" creationId="{0B97635B-884E-7A78-96BA-A4FC1D04C45E}"/>
          </ac:picMkLst>
        </pc:picChg>
      </pc:sldChg>
      <pc:sldChg chg="addSp delSp modSp new mod modAnim">
        <pc:chgData name="Romano, M. Carmen" userId="aa8fdb40-17a6-4858-bc4e-f32e31186fd2" providerId="ADAL" clId="{E60D17D5-D53A-7A47-884D-9B4809490843}" dt="2025-03-16T08:32:00.469" v="8125"/>
        <pc:sldMkLst>
          <pc:docMk/>
          <pc:sldMk cId="3070456459" sldId="281"/>
        </pc:sldMkLst>
        <pc:spChg chg="mod">
          <ac:chgData name="Romano, M. Carmen" userId="aa8fdb40-17a6-4858-bc4e-f32e31186fd2" providerId="ADAL" clId="{E60D17D5-D53A-7A47-884D-9B4809490843}" dt="2025-03-16T08:30:43.720" v="8106" actId="207"/>
          <ac:spMkLst>
            <pc:docMk/>
            <pc:sldMk cId="3070456459" sldId="281"/>
            <ac:spMk id="2" creationId="{9781FD3A-F36F-1C16-BDE9-0ABF497CB842}"/>
          </ac:spMkLst>
        </pc:spChg>
        <pc:spChg chg="add mod">
          <ac:chgData name="Romano, M. Carmen" userId="aa8fdb40-17a6-4858-bc4e-f32e31186fd2" providerId="ADAL" clId="{E60D17D5-D53A-7A47-884D-9B4809490843}" dt="2025-01-31T19:36:22.297" v="5200" actId="207"/>
          <ac:spMkLst>
            <pc:docMk/>
            <pc:sldMk cId="3070456459" sldId="281"/>
            <ac:spMk id="5" creationId="{005582DA-F2BA-3D80-4F53-1B0832FF89E7}"/>
          </ac:spMkLst>
        </pc:spChg>
        <pc:picChg chg="add mod">
          <ac:chgData name="Romano, M. Carmen" userId="aa8fdb40-17a6-4858-bc4e-f32e31186fd2" providerId="ADAL" clId="{E60D17D5-D53A-7A47-884D-9B4809490843}" dt="2025-01-31T19:36:03.462" v="5198" actId="1076"/>
          <ac:picMkLst>
            <pc:docMk/>
            <pc:sldMk cId="3070456459" sldId="281"/>
            <ac:picMk id="4" creationId="{2626D9D1-4CB2-1B4F-8750-E30510129612}"/>
          </ac:picMkLst>
        </pc:picChg>
        <pc:picChg chg="add mod">
          <ac:chgData name="Romano, M. Carmen" userId="aa8fdb40-17a6-4858-bc4e-f32e31186fd2" providerId="ADAL" clId="{E60D17D5-D53A-7A47-884D-9B4809490843}" dt="2025-01-31T19:37:23.945" v="5203" actId="1076"/>
          <ac:picMkLst>
            <pc:docMk/>
            <pc:sldMk cId="3070456459" sldId="281"/>
            <ac:picMk id="6" creationId="{555BF9B1-C366-B858-E2EE-953A45C4E77E}"/>
          </ac:picMkLst>
        </pc:picChg>
      </pc:sldChg>
      <pc:sldChg chg="addSp delSp modSp new mod modAnim">
        <pc:chgData name="Romano, M. Carmen" userId="aa8fdb40-17a6-4858-bc4e-f32e31186fd2" providerId="ADAL" clId="{E60D17D5-D53A-7A47-884D-9B4809490843}" dt="2025-02-01T06:22:23.972" v="6929"/>
        <pc:sldMkLst>
          <pc:docMk/>
          <pc:sldMk cId="650099231" sldId="282"/>
        </pc:sldMkLst>
        <pc:spChg chg="mod">
          <ac:chgData name="Romano, M. Carmen" userId="aa8fdb40-17a6-4858-bc4e-f32e31186fd2" providerId="ADAL" clId="{E60D17D5-D53A-7A47-884D-9B4809490843}" dt="2025-02-01T06:20:25.712" v="6897" actId="1076"/>
          <ac:spMkLst>
            <pc:docMk/>
            <pc:sldMk cId="650099231" sldId="282"/>
            <ac:spMk id="2" creationId="{AC7B8A3E-B233-25C0-C1E6-DD956C619C48}"/>
          </ac:spMkLst>
        </pc:spChg>
        <pc:spChg chg="add mod">
          <ac:chgData name="Romano, M. Carmen" userId="aa8fdb40-17a6-4858-bc4e-f32e31186fd2" providerId="ADAL" clId="{E60D17D5-D53A-7A47-884D-9B4809490843}" dt="2025-02-01T06:20:31.587" v="6899" actId="1076"/>
          <ac:spMkLst>
            <pc:docMk/>
            <pc:sldMk cId="650099231" sldId="282"/>
            <ac:spMk id="6" creationId="{FBDAA3E3-74B7-BFDA-63CD-96EE9873A3AC}"/>
          </ac:spMkLst>
        </pc:spChg>
        <pc:spChg chg="add mod">
          <ac:chgData name="Romano, M. Carmen" userId="aa8fdb40-17a6-4858-bc4e-f32e31186fd2" providerId="ADAL" clId="{E60D17D5-D53A-7A47-884D-9B4809490843}" dt="2025-02-01T06:21:50.400" v="6925" actId="207"/>
          <ac:spMkLst>
            <pc:docMk/>
            <pc:sldMk cId="650099231" sldId="282"/>
            <ac:spMk id="8" creationId="{F1C48740-1623-B497-7645-4660822884C0}"/>
          </ac:spMkLst>
        </pc:spChg>
        <pc:picChg chg="add mod">
          <ac:chgData name="Romano, M. Carmen" userId="aa8fdb40-17a6-4858-bc4e-f32e31186fd2" providerId="ADAL" clId="{E60D17D5-D53A-7A47-884D-9B4809490843}" dt="2025-02-01T06:20:27.726" v="6898" actId="1076"/>
          <ac:picMkLst>
            <pc:docMk/>
            <pc:sldMk cId="650099231" sldId="282"/>
            <ac:picMk id="5" creationId="{A7CBFFD0-CF0C-6FF3-07A9-28E891A82CE4}"/>
          </ac:picMkLst>
        </pc:picChg>
        <pc:picChg chg="add mod">
          <ac:chgData name="Romano, M. Carmen" userId="aa8fdb40-17a6-4858-bc4e-f32e31186fd2" providerId="ADAL" clId="{E60D17D5-D53A-7A47-884D-9B4809490843}" dt="2025-02-01T06:21:25.296" v="6902" actId="1076"/>
          <ac:picMkLst>
            <pc:docMk/>
            <pc:sldMk cId="650099231" sldId="282"/>
            <ac:picMk id="7" creationId="{369F2E35-BB0A-952F-0A9E-1EE58BF380F5}"/>
          </ac:picMkLst>
        </pc:picChg>
      </pc:sldChg>
      <pc:sldChg chg="addSp delSp modSp add mod">
        <pc:chgData name="Romano, M. Carmen" userId="aa8fdb40-17a6-4858-bc4e-f32e31186fd2" providerId="ADAL" clId="{E60D17D5-D53A-7A47-884D-9B4809490843}" dt="2025-01-31T18:48:22.161" v="3680" actId="1076"/>
        <pc:sldMkLst>
          <pc:docMk/>
          <pc:sldMk cId="1001451694" sldId="283"/>
        </pc:sldMkLst>
        <pc:spChg chg="mod">
          <ac:chgData name="Romano, M. Carmen" userId="aa8fdb40-17a6-4858-bc4e-f32e31186fd2" providerId="ADAL" clId="{E60D17D5-D53A-7A47-884D-9B4809490843}" dt="2025-01-31T18:45:21.616" v="3677" actId="20577"/>
          <ac:spMkLst>
            <pc:docMk/>
            <pc:sldMk cId="1001451694" sldId="283"/>
            <ac:spMk id="4" creationId="{89C0254D-5570-6C31-EBF1-926971C4489B}"/>
          </ac:spMkLst>
        </pc:spChg>
        <pc:picChg chg="add mod">
          <ac:chgData name="Romano, M. Carmen" userId="aa8fdb40-17a6-4858-bc4e-f32e31186fd2" providerId="ADAL" clId="{E60D17D5-D53A-7A47-884D-9B4809490843}" dt="2025-01-31T18:48:22.161" v="3680" actId="1076"/>
          <ac:picMkLst>
            <pc:docMk/>
            <pc:sldMk cId="1001451694" sldId="283"/>
            <ac:picMk id="3" creationId="{8D7FA948-AE98-62B1-C986-D60143E47958}"/>
          </ac:picMkLst>
        </pc:picChg>
      </pc:sldChg>
      <pc:sldChg chg="addSp delSp modSp new mod modAnim">
        <pc:chgData name="Romano, M. Carmen" userId="aa8fdb40-17a6-4858-bc4e-f32e31186fd2" providerId="ADAL" clId="{E60D17D5-D53A-7A47-884D-9B4809490843}" dt="2025-01-31T19:00:42.287" v="4243"/>
        <pc:sldMkLst>
          <pc:docMk/>
          <pc:sldMk cId="3965639628" sldId="284"/>
        </pc:sldMkLst>
        <pc:spChg chg="mod">
          <ac:chgData name="Romano, M. Carmen" userId="aa8fdb40-17a6-4858-bc4e-f32e31186fd2" providerId="ADAL" clId="{E60D17D5-D53A-7A47-884D-9B4809490843}" dt="2025-01-31T18:55:19.498" v="3924" actId="207"/>
          <ac:spMkLst>
            <pc:docMk/>
            <pc:sldMk cId="3965639628" sldId="284"/>
            <ac:spMk id="2" creationId="{9CF50B8F-2759-C06E-52EB-1DD5ECD32089}"/>
          </ac:spMkLst>
        </pc:spChg>
        <pc:spChg chg="add mod">
          <ac:chgData name="Romano, M. Carmen" userId="aa8fdb40-17a6-4858-bc4e-f32e31186fd2" providerId="ADAL" clId="{E60D17D5-D53A-7A47-884D-9B4809490843}" dt="2025-01-31T18:57:07.741" v="4069" actId="20577"/>
          <ac:spMkLst>
            <pc:docMk/>
            <pc:sldMk cId="3965639628" sldId="284"/>
            <ac:spMk id="4" creationId="{1EA3255D-4228-A459-E288-0F703AC16F62}"/>
          </ac:spMkLst>
        </pc:spChg>
        <pc:spChg chg="add mod">
          <ac:chgData name="Romano, M. Carmen" userId="aa8fdb40-17a6-4858-bc4e-f32e31186fd2" providerId="ADAL" clId="{E60D17D5-D53A-7A47-884D-9B4809490843}" dt="2025-01-31T19:00:21.070" v="4240" actId="20577"/>
          <ac:spMkLst>
            <pc:docMk/>
            <pc:sldMk cId="3965639628" sldId="284"/>
            <ac:spMk id="6" creationId="{6431FAB3-7BAD-BD5E-2A6F-0F558E6B55C2}"/>
          </ac:spMkLst>
        </pc:spChg>
        <pc:picChg chg="add mod">
          <ac:chgData name="Romano, M. Carmen" userId="aa8fdb40-17a6-4858-bc4e-f32e31186fd2" providerId="ADAL" clId="{E60D17D5-D53A-7A47-884D-9B4809490843}" dt="2025-01-31T18:58:09.914" v="4073" actId="1076"/>
          <ac:picMkLst>
            <pc:docMk/>
            <pc:sldMk cId="3965639628" sldId="284"/>
            <ac:picMk id="5" creationId="{19AFD0AC-8003-B75D-4CFF-8004FB23CAC4}"/>
          </ac:picMkLst>
        </pc:picChg>
      </pc:sldChg>
      <pc:sldChg chg="addSp delSp modSp add mod">
        <pc:chgData name="Romano, M. Carmen" userId="aa8fdb40-17a6-4858-bc4e-f32e31186fd2" providerId="ADAL" clId="{E60D17D5-D53A-7A47-884D-9B4809490843}" dt="2025-01-31T19:05:20.551" v="4280" actId="164"/>
        <pc:sldMkLst>
          <pc:docMk/>
          <pc:sldMk cId="1775057106" sldId="285"/>
        </pc:sldMkLst>
        <pc:spChg chg="mod">
          <ac:chgData name="Romano, M. Carmen" userId="aa8fdb40-17a6-4858-bc4e-f32e31186fd2" providerId="ADAL" clId="{E60D17D5-D53A-7A47-884D-9B4809490843}" dt="2025-01-31T19:04:49.257" v="4271" actId="20577"/>
          <ac:spMkLst>
            <pc:docMk/>
            <pc:sldMk cId="1775057106" sldId="285"/>
            <ac:spMk id="2" creationId="{864685FE-7D4E-2354-852C-D934783FAB6B}"/>
          </ac:spMkLst>
        </pc:spChg>
        <pc:spChg chg="add mod">
          <ac:chgData name="Romano, M. Carmen" userId="aa8fdb40-17a6-4858-bc4e-f32e31186fd2" providerId="ADAL" clId="{E60D17D5-D53A-7A47-884D-9B4809490843}" dt="2025-01-31T19:05:20.551" v="4280" actId="164"/>
          <ac:spMkLst>
            <pc:docMk/>
            <pc:sldMk cId="1775057106" sldId="285"/>
            <ac:spMk id="7" creationId="{B180B318-8C94-F3BE-C7AF-E6E85E61753E}"/>
          </ac:spMkLst>
        </pc:spChg>
        <pc:grpChg chg="add mod">
          <ac:chgData name="Romano, M. Carmen" userId="aa8fdb40-17a6-4858-bc4e-f32e31186fd2" providerId="ADAL" clId="{E60D17D5-D53A-7A47-884D-9B4809490843}" dt="2025-01-31T19:05:20.551" v="4280" actId="164"/>
          <ac:grpSpMkLst>
            <pc:docMk/>
            <pc:sldMk cId="1775057106" sldId="285"/>
            <ac:grpSpMk id="8" creationId="{90E2457F-6C0D-9127-22B4-4B2F345D94C3}"/>
          </ac:grpSpMkLst>
        </pc:grpChg>
        <pc:picChg chg="add mod">
          <ac:chgData name="Romano, M. Carmen" userId="aa8fdb40-17a6-4858-bc4e-f32e31186fd2" providerId="ADAL" clId="{E60D17D5-D53A-7A47-884D-9B4809490843}" dt="2025-01-31T19:05:20.551" v="4280" actId="164"/>
          <ac:picMkLst>
            <pc:docMk/>
            <pc:sldMk cId="1775057106" sldId="285"/>
            <ac:picMk id="3" creationId="{AB38B8A1-5865-6BAA-80D6-7730D15D1FEE}"/>
          </ac:picMkLst>
        </pc:picChg>
      </pc:sldChg>
      <pc:sldChg chg="add">
        <pc:chgData name="Romano, M. Carmen" userId="aa8fdb40-17a6-4858-bc4e-f32e31186fd2" providerId="ADAL" clId="{E60D17D5-D53A-7A47-884D-9B4809490843}" dt="2025-02-01T06:36:41.489" v="7239"/>
        <pc:sldMkLst>
          <pc:docMk/>
          <pc:sldMk cId="2368397093" sldId="286"/>
        </pc:sldMkLst>
      </pc:sldChg>
      <pc:sldChg chg="addSp modSp new del mod modAnim">
        <pc:chgData name="Romano, M. Carmen" userId="aa8fdb40-17a6-4858-bc4e-f32e31186fd2" providerId="ADAL" clId="{E60D17D5-D53A-7A47-884D-9B4809490843}" dt="2025-02-01T06:36:35.169" v="7238" actId="2696"/>
        <pc:sldMkLst>
          <pc:docMk/>
          <pc:sldMk cId="3688188180" sldId="286"/>
        </pc:sldMkLst>
      </pc:sldChg>
      <pc:sldChg chg="addSp delSp modSp add mod modAnim">
        <pc:chgData name="Romano, M. Carmen" userId="aa8fdb40-17a6-4858-bc4e-f32e31186fd2" providerId="ADAL" clId="{E60D17D5-D53A-7A47-884D-9B4809490843}" dt="2025-03-16T08:32:13.212" v="8127"/>
        <pc:sldMkLst>
          <pc:docMk/>
          <pc:sldMk cId="3053022640" sldId="287"/>
        </pc:sldMkLst>
        <pc:spChg chg="del">
          <ac:chgData name="Romano, M. Carmen" userId="aa8fdb40-17a6-4858-bc4e-f32e31186fd2" providerId="ADAL" clId="{E60D17D5-D53A-7A47-884D-9B4809490843}" dt="2025-03-16T08:30:49.233" v="8107" actId="478"/>
          <ac:spMkLst>
            <pc:docMk/>
            <pc:sldMk cId="3053022640" sldId="287"/>
            <ac:spMk id="2" creationId="{0B11407D-E12F-A7A5-345E-31EDADEA80BC}"/>
          </ac:spMkLst>
        </pc:spChg>
        <pc:spChg chg="add mod">
          <ac:chgData name="Romano, M. Carmen" userId="aa8fdb40-17a6-4858-bc4e-f32e31186fd2" providerId="ADAL" clId="{E60D17D5-D53A-7A47-884D-9B4809490843}" dt="2025-01-31T19:40:12.362" v="5260" actId="164"/>
          <ac:spMkLst>
            <pc:docMk/>
            <pc:sldMk cId="3053022640" sldId="287"/>
            <ac:spMk id="8" creationId="{42F370BD-F580-0901-4172-0DE1363F07D0}"/>
          </ac:spMkLst>
        </pc:spChg>
        <pc:spChg chg="add mod">
          <ac:chgData name="Romano, M. Carmen" userId="aa8fdb40-17a6-4858-bc4e-f32e31186fd2" providerId="ADAL" clId="{E60D17D5-D53A-7A47-884D-9B4809490843}" dt="2025-01-31T19:40:24.274" v="5261" actId="164"/>
          <ac:spMkLst>
            <pc:docMk/>
            <pc:sldMk cId="3053022640" sldId="287"/>
            <ac:spMk id="9" creationId="{2CDC631B-B7C9-E547-A5F9-81EF4CC2A425}"/>
          </ac:spMkLst>
        </pc:spChg>
        <pc:spChg chg="add del mod">
          <ac:chgData name="Romano, M. Carmen" userId="aa8fdb40-17a6-4858-bc4e-f32e31186fd2" providerId="ADAL" clId="{E60D17D5-D53A-7A47-884D-9B4809490843}" dt="2025-03-16T08:30:56.411" v="8109" actId="478"/>
          <ac:spMkLst>
            <pc:docMk/>
            <pc:sldMk cId="3053022640" sldId="287"/>
            <ac:spMk id="12" creationId="{E8BD153A-702F-8C1C-C359-09C25FE78B68}"/>
          </ac:spMkLst>
        </pc:spChg>
        <pc:spChg chg="add mod">
          <ac:chgData name="Romano, M. Carmen" userId="aa8fdb40-17a6-4858-bc4e-f32e31186fd2" providerId="ADAL" clId="{E60D17D5-D53A-7A47-884D-9B4809490843}" dt="2025-03-16T08:30:54.015" v="8108"/>
          <ac:spMkLst>
            <pc:docMk/>
            <pc:sldMk cId="3053022640" sldId="287"/>
            <ac:spMk id="13" creationId="{7299408F-4536-F3A0-6676-7596EA7C9B5F}"/>
          </ac:spMkLst>
        </pc:spChg>
        <pc:grpChg chg="add mod">
          <ac:chgData name="Romano, M. Carmen" userId="aa8fdb40-17a6-4858-bc4e-f32e31186fd2" providerId="ADAL" clId="{E60D17D5-D53A-7A47-884D-9B4809490843}" dt="2025-01-31T19:40:12.362" v="5260" actId="164"/>
          <ac:grpSpMkLst>
            <pc:docMk/>
            <pc:sldMk cId="3053022640" sldId="287"/>
            <ac:grpSpMk id="10" creationId="{AF5E0608-34F0-82F6-F962-5FB1A938BB29}"/>
          </ac:grpSpMkLst>
        </pc:grpChg>
        <pc:grpChg chg="add mod">
          <ac:chgData name="Romano, M. Carmen" userId="aa8fdb40-17a6-4858-bc4e-f32e31186fd2" providerId="ADAL" clId="{E60D17D5-D53A-7A47-884D-9B4809490843}" dt="2025-01-31T19:40:24.274" v="5261" actId="164"/>
          <ac:grpSpMkLst>
            <pc:docMk/>
            <pc:sldMk cId="3053022640" sldId="287"/>
            <ac:grpSpMk id="11" creationId="{FE9EA118-0498-FF99-3F0C-B9B17F0FB677}"/>
          </ac:grpSpMkLst>
        </pc:grpChg>
        <pc:picChg chg="add mod">
          <ac:chgData name="Romano, M. Carmen" userId="aa8fdb40-17a6-4858-bc4e-f32e31186fd2" providerId="ADAL" clId="{E60D17D5-D53A-7A47-884D-9B4809490843}" dt="2025-01-31T19:40:12.362" v="5260" actId="164"/>
          <ac:picMkLst>
            <pc:docMk/>
            <pc:sldMk cId="3053022640" sldId="287"/>
            <ac:picMk id="3" creationId="{9EF2B413-F0EB-965B-0BFE-E88E19511644}"/>
          </ac:picMkLst>
        </pc:picChg>
        <pc:picChg chg="mod">
          <ac:chgData name="Romano, M. Carmen" userId="aa8fdb40-17a6-4858-bc4e-f32e31186fd2" providerId="ADAL" clId="{E60D17D5-D53A-7A47-884D-9B4809490843}" dt="2025-03-16T08:31:03.523" v="8124" actId="1036"/>
          <ac:picMkLst>
            <pc:docMk/>
            <pc:sldMk cId="3053022640" sldId="287"/>
            <ac:picMk id="6" creationId="{6D860E86-0DD4-126F-836D-D83F7141C9AE}"/>
          </ac:picMkLst>
        </pc:picChg>
        <pc:picChg chg="add mod">
          <ac:chgData name="Romano, M. Carmen" userId="aa8fdb40-17a6-4858-bc4e-f32e31186fd2" providerId="ADAL" clId="{E60D17D5-D53A-7A47-884D-9B4809490843}" dt="2025-01-31T19:40:24.274" v="5261" actId="164"/>
          <ac:picMkLst>
            <pc:docMk/>
            <pc:sldMk cId="3053022640" sldId="287"/>
            <ac:picMk id="7" creationId="{0670C5B8-1AE6-BE50-4393-9A84AEEFEA24}"/>
          </ac:picMkLst>
        </pc:picChg>
      </pc:sldChg>
      <pc:sldChg chg="addSp modSp new mod modAnim">
        <pc:chgData name="Romano, M. Carmen" userId="aa8fdb40-17a6-4858-bc4e-f32e31186fd2" providerId="ADAL" clId="{E60D17D5-D53A-7A47-884D-9B4809490843}" dt="2025-03-14T16:28:27.531" v="8046" actId="20577"/>
        <pc:sldMkLst>
          <pc:docMk/>
          <pc:sldMk cId="460097840" sldId="288"/>
        </pc:sldMkLst>
        <pc:spChg chg="mod">
          <ac:chgData name="Romano, M. Carmen" userId="aa8fdb40-17a6-4858-bc4e-f32e31186fd2" providerId="ADAL" clId="{E60D17D5-D53A-7A47-884D-9B4809490843}" dt="2025-02-01T05:31:09.327" v="5461" actId="1076"/>
          <ac:spMkLst>
            <pc:docMk/>
            <pc:sldMk cId="460097840" sldId="288"/>
            <ac:spMk id="2" creationId="{CCBC8764-CD7F-EC2E-F171-D0C43356CA05}"/>
          </ac:spMkLst>
        </pc:spChg>
        <pc:spChg chg="mod">
          <ac:chgData name="Romano, M. Carmen" userId="aa8fdb40-17a6-4858-bc4e-f32e31186fd2" providerId="ADAL" clId="{E60D17D5-D53A-7A47-884D-9B4809490843}" dt="2025-03-14T16:28:27.531" v="8046" actId="20577"/>
          <ac:spMkLst>
            <pc:docMk/>
            <pc:sldMk cId="460097840" sldId="288"/>
            <ac:spMk id="3" creationId="{0975913A-DA32-CC9D-6A31-8722C8728B47}"/>
          </ac:spMkLst>
        </pc:spChg>
        <pc:spChg chg="add mod">
          <ac:chgData name="Romano, M. Carmen" userId="aa8fdb40-17a6-4858-bc4e-f32e31186fd2" providerId="ADAL" clId="{E60D17D5-D53A-7A47-884D-9B4809490843}" dt="2025-02-01T05:37:55.663" v="5664" actId="20577"/>
          <ac:spMkLst>
            <pc:docMk/>
            <pc:sldMk cId="460097840" sldId="288"/>
            <ac:spMk id="4" creationId="{6FCD1346-86A4-9DD1-5F87-ACA1FC76701C}"/>
          </ac:spMkLst>
        </pc:spChg>
      </pc:sldChg>
      <pc:sldChg chg="delSp modSp new mod modAnim">
        <pc:chgData name="Romano, M. Carmen" userId="aa8fdb40-17a6-4858-bc4e-f32e31186fd2" providerId="ADAL" clId="{E60D17D5-D53A-7A47-884D-9B4809490843}" dt="2025-03-14T16:28:57.636" v="8082" actId="20577"/>
        <pc:sldMkLst>
          <pc:docMk/>
          <pc:sldMk cId="193960774" sldId="289"/>
        </pc:sldMkLst>
        <pc:spChg chg="mod">
          <ac:chgData name="Romano, M. Carmen" userId="aa8fdb40-17a6-4858-bc4e-f32e31186fd2" providerId="ADAL" clId="{E60D17D5-D53A-7A47-884D-9B4809490843}" dt="2025-03-14T16:28:57.636" v="8082" actId="20577"/>
          <ac:spMkLst>
            <pc:docMk/>
            <pc:sldMk cId="193960774" sldId="289"/>
            <ac:spMk id="3" creationId="{E6F2642C-8214-5E93-25E4-45BE5FC59045}"/>
          </ac:spMkLst>
        </pc:spChg>
      </pc:sldChg>
      <pc:sldChg chg="addSp delSp modSp new mod modAnim">
        <pc:chgData name="Romano, M. Carmen" userId="aa8fdb40-17a6-4858-bc4e-f32e31186fd2" providerId="ADAL" clId="{E60D17D5-D53A-7A47-884D-9B4809490843}" dt="2025-02-01T06:28:22.969" v="7037"/>
        <pc:sldMkLst>
          <pc:docMk/>
          <pc:sldMk cId="1943294309" sldId="290"/>
        </pc:sldMkLst>
        <pc:spChg chg="mod">
          <ac:chgData name="Romano, M. Carmen" userId="aa8fdb40-17a6-4858-bc4e-f32e31186fd2" providerId="ADAL" clId="{E60D17D5-D53A-7A47-884D-9B4809490843}" dt="2025-02-01T06:27:15.664" v="6972" actId="1076"/>
          <ac:spMkLst>
            <pc:docMk/>
            <pc:sldMk cId="1943294309" sldId="290"/>
            <ac:spMk id="2" creationId="{2C0B9D20-9D08-831C-B2A5-EE996597E283}"/>
          </ac:spMkLst>
        </pc:spChg>
        <pc:picChg chg="add mod">
          <ac:chgData name="Romano, M. Carmen" userId="aa8fdb40-17a6-4858-bc4e-f32e31186fd2" providerId="ADAL" clId="{E60D17D5-D53A-7A47-884D-9B4809490843}" dt="2025-02-01T06:27:18.036" v="6973" actId="1076"/>
          <ac:picMkLst>
            <pc:docMk/>
            <pc:sldMk cId="1943294309" sldId="290"/>
            <ac:picMk id="4" creationId="{4BAB6AC4-D7DE-F713-E0EE-D7DD82A750AD}"/>
          </ac:picMkLst>
        </pc:picChg>
        <pc:picChg chg="add mod">
          <ac:chgData name="Romano, M. Carmen" userId="aa8fdb40-17a6-4858-bc4e-f32e31186fd2" providerId="ADAL" clId="{E60D17D5-D53A-7A47-884D-9B4809490843}" dt="2025-02-01T06:27:47.529" v="7022" actId="1038"/>
          <ac:picMkLst>
            <pc:docMk/>
            <pc:sldMk cId="1943294309" sldId="290"/>
            <ac:picMk id="5" creationId="{0C6B2597-560B-93C3-F407-AAD01341F494}"/>
          </ac:picMkLst>
        </pc:picChg>
        <pc:picChg chg="add mod">
          <ac:chgData name="Romano, M. Carmen" userId="aa8fdb40-17a6-4858-bc4e-f32e31186fd2" providerId="ADAL" clId="{E60D17D5-D53A-7A47-884D-9B4809490843}" dt="2025-02-01T06:27:50.647" v="7028" actId="1037"/>
          <ac:picMkLst>
            <pc:docMk/>
            <pc:sldMk cId="1943294309" sldId="290"/>
            <ac:picMk id="6" creationId="{61CA11D3-FF30-8E22-315B-86F1A91E34F5}"/>
          </ac:picMkLst>
        </pc:picChg>
        <pc:picChg chg="add mod">
          <ac:chgData name="Romano, M. Carmen" userId="aa8fdb40-17a6-4858-bc4e-f32e31186fd2" providerId="ADAL" clId="{E60D17D5-D53A-7A47-884D-9B4809490843}" dt="2025-02-01T06:27:53.500" v="7031" actId="1037"/>
          <ac:picMkLst>
            <pc:docMk/>
            <pc:sldMk cId="1943294309" sldId="290"/>
            <ac:picMk id="7" creationId="{C28D0B50-20E0-6E2A-FD5A-5B5F1157679E}"/>
          </ac:picMkLst>
        </pc:picChg>
        <pc:picChg chg="add mod">
          <ac:chgData name="Romano, M. Carmen" userId="aa8fdb40-17a6-4858-bc4e-f32e31186fd2" providerId="ADAL" clId="{E60D17D5-D53A-7A47-884D-9B4809490843}" dt="2025-02-01T06:27:55.745" v="7032" actId="1037"/>
          <ac:picMkLst>
            <pc:docMk/>
            <pc:sldMk cId="1943294309" sldId="290"/>
            <ac:picMk id="8" creationId="{A2A6B4F8-EC30-4C40-A744-FA1B75A63B11}"/>
          </ac:picMkLst>
        </pc:picChg>
      </pc:sldChg>
      <pc:sldChg chg="addSp delSp modSp new mod modAnim">
        <pc:chgData name="Romano, M. Carmen" userId="aa8fdb40-17a6-4858-bc4e-f32e31186fd2" providerId="ADAL" clId="{E60D17D5-D53A-7A47-884D-9B4809490843}" dt="2025-02-01T06:32:55.992" v="7237"/>
        <pc:sldMkLst>
          <pc:docMk/>
          <pc:sldMk cId="3164567437" sldId="291"/>
        </pc:sldMkLst>
        <pc:spChg chg="mod">
          <ac:chgData name="Romano, M. Carmen" userId="aa8fdb40-17a6-4858-bc4e-f32e31186fd2" providerId="ADAL" clId="{E60D17D5-D53A-7A47-884D-9B4809490843}" dt="2025-02-01T06:30:38.969" v="7114" actId="20577"/>
          <ac:spMkLst>
            <pc:docMk/>
            <pc:sldMk cId="3164567437" sldId="291"/>
            <ac:spMk id="2" creationId="{1030A6EF-469C-E078-D1EA-19F0E958FB83}"/>
          </ac:spMkLst>
        </pc:spChg>
        <pc:spChg chg="add mod">
          <ac:chgData name="Romano, M. Carmen" userId="aa8fdb40-17a6-4858-bc4e-f32e31186fd2" providerId="ADAL" clId="{E60D17D5-D53A-7A47-884D-9B4809490843}" dt="2025-02-01T06:32:43.276" v="7235" actId="1076"/>
          <ac:spMkLst>
            <pc:docMk/>
            <pc:sldMk cId="3164567437" sldId="291"/>
            <ac:spMk id="5" creationId="{91C0E794-C9C8-F559-2103-E95490D33C38}"/>
          </ac:spMkLst>
        </pc:spChg>
        <pc:picChg chg="add mod">
          <ac:chgData name="Romano, M. Carmen" userId="aa8fdb40-17a6-4858-bc4e-f32e31186fd2" providerId="ADAL" clId="{E60D17D5-D53A-7A47-884D-9B4809490843}" dt="2025-02-01T06:31:01.369" v="7117" actId="1076"/>
          <ac:picMkLst>
            <pc:docMk/>
            <pc:sldMk cId="3164567437" sldId="291"/>
            <ac:picMk id="4" creationId="{C8EC7A50-44ED-6D1C-BDB0-E41A9654C5BE}"/>
          </ac:picMkLst>
        </pc:picChg>
      </pc:sldChg>
      <pc:sldChg chg="delSp modSp add mod ord delAnim modAnim">
        <pc:chgData name="Romano, M. Carmen" userId="aa8fdb40-17a6-4858-bc4e-f32e31186fd2" providerId="ADAL" clId="{E60D17D5-D53A-7A47-884D-9B4809490843}" dt="2025-02-02T14:52:22.389" v="7844" actId="20578"/>
        <pc:sldMkLst>
          <pc:docMk/>
          <pc:sldMk cId="3214624927" sldId="292"/>
        </pc:sldMkLst>
        <pc:spChg chg="mod">
          <ac:chgData name="Romano, M. Carmen" userId="aa8fdb40-17a6-4858-bc4e-f32e31186fd2" providerId="ADAL" clId="{E60D17D5-D53A-7A47-884D-9B4809490843}" dt="2025-02-01T06:37:38.521" v="7242" actId="20577"/>
          <ac:spMkLst>
            <pc:docMk/>
            <pc:sldMk cId="3214624927" sldId="292"/>
            <ac:spMk id="3" creationId="{9B1C8DD5-5255-0A7B-D46D-EFDE08B9D9AC}"/>
          </ac:spMkLst>
        </pc:spChg>
        <pc:spChg chg="mod">
          <ac:chgData name="Romano, M. Carmen" userId="aa8fdb40-17a6-4858-bc4e-f32e31186fd2" providerId="ADAL" clId="{E60D17D5-D53A-7A47-884D-9B4809490843}" dt="2025-02-01T06:38:04.858" v="7246" actId="20577"/>
          <ac:spMkLst>
            <pc:docMk/>
            <pc:sldMk cId="3214624927" sldId="292"/>
            <ac:spMk id="4" creationId="{A096C95F-C58C-41B3-DE02-6145F85DEF06}"/>
          </ac:spMkLst>
        </pc:spChg>
      </pc:sldChg>
      <pc:sldChg chg="addSp delSp modSp new mod modAnim">
        <pc:chgData name="Romano, M. Carmen" userId="aa8fdb40-17a6-4858-bc4e-f32e31186fd2" providerId="ADAL" clId="{E60D17D5-D53A-7A47-884D-9B4809490843}" dt="2025-02-01T06:50:39.551" v="7843"/>
        <pc:sldMkLst>
          <pc:docMk/>
          <pc:sldMk cId="3194951350" sldId="293"/>
        </pc:sldMkLst>
        <pc:spChg chg="add mod">
          <ac:chgData name="Romano, M. Carmen" userId="aa8fdb40-17a6-4858-bc4e-f32e31186fd2" providerId="ADAL" clId="{E60D17D5-D53A-7A47-884D-9B4809490843}" dt="2025-02-01T06:48:59.014" v="7826" actId="1076"/>
          <ac:spMkLst>
            <pc:docMk/>
            <pc:sldMk cId="3194951350" sldId="293"/>
            <ac:spMk id="5" creationId="{59848DDD-E259-60A6-04E4-8CCE46794F36}"/>
          </ac:spMkLst>
        </pc:spChg>
        <pc:spChg chg="add mod">
          <ac:chgData name="Romano, M. Carmen" userId="aa8fdb40-17a6-4858-bc4e-f32e31186fd2" providerId="ADAL" clId="{E60D17D5-D53A-7A47-884D-9B4809490843}" dt="2025-02-01T06:49:04.831" v="7828" actId="1076"/>
          <ac:spMkLst>
            <pc:docMk/>
            <pc:sldMk cId="3194951350" sldId="293"/>
            <ac:spMk id="7" creationId="{7C67B9E9-540F-6944-CB65-590795146CAE}"/>
          </ac:spMkLst>
        </pc:spChg>
        <pc:spChg chg="add mod">
          <ac:chgData name="Romano, M. Carmen" userId="aa8fdb40-17a6-4858-bc4e-f32e31186fd2" providerId="ADAL" clId="{E60D17D5-D53A-7A47-884D-9B4809490843}" dt="2025-02-01T06:50:15.370" v="7838" actId="1076"/>
          <ac:spMkLst>
            <pc:docMk/>
            <pc:sldMk cId="3194951350" sldId="293"/>
            <ac:spMk id="10" creationId="{CBFA9892-0EC5-B682-EF50-6BFE84082B0D}"/>
          </ac:spMkLst>
        </pc:spChg>
        <pc:spChg chg="add mod">
          <ac:chgData name="Romano, M. Carmen" userId="aa8fdb40-17a6-4858-bc4e-f32e31186fd2" providerId="ADAL" clId="{E60D17D5-D53A-7A47-884D-9B4809490843}" dt="2025-02-01T06:49:10.560" v="7830" actId="1076"/>
          <ac:spMkLst>
            <pc:docMk/>
            <pc:sldMk cId="3194951350" sldId="293"/>
            <ac:spMk id="11" creationId="{E0CF0AB8-2E2E-93D9-5F70-17D759C01459}"/>
          </ac:spMkLst>
        </pc:spChg>
        <pc:picChg chg="add mod">
          <ac:chgData name="Romano, M. Carmen" userId="aa8fdb40-17a6-4858-bc4e-f32e31186fd2" providerId="ADAL" clId="{E60D17D5-D53A-7A47-884D-9B4809490843}" dt="2025-02-01T06:49:01.731" v="7827" actId="1076"/>
          <ac:picMkLst>
            <pc:docMk/>
            <pc:sldMk cId="3194951350" sldId="293"/>
            <ac:picMk id="6" creationId="{5DB22E8B-970F-3F30-78BB-A12A166A1F21}"/>
          </ac:picMkLst>
        </pc:picChg>
        <pc:picChg chg="add mod">
          <ac:chgData name="Romano, M. Carmen" userId="aa8fdb40-17a6-4858-bc4e-f32e31186fd2" providerId="ADAL" clId="{E60D17D5-D53A-7A47-884D-9B4809490843}" dt="2025-02-01T06:49:07.401" v="7829" actId="1076"/>
          <ac:picMkLst>
            <pc:docMk/>
            <pc:sldMk cId="3194951350" sldId="293"/>
            <ac:picMk id="8" creationId="{DF9091E8-55FB-D3B4-48B6-4307B2CAB533}"/>
          </ac:picMkLst>
        </pc:picChg>
      </pc:sldChg>
      <pc:sldChg chg="add modAnim">
        <pc:chgData name="Romano, M. Carmen" userId="aa8fdb40-17a6-4858-bc4e-f32e31186fd2" providerId="ADAL" clId="{E60D17D5-D53A-7A47-884D-9B4809490843}" dt="2025-03-14T14:25:02.528" v="7926"/>
        <pc:sldMkLst>
          <pc:docMk/>
          <pc:sldMk cId="1969300225" sldId="29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2F567-AB8C-321F-A467-1BCD84FFC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87988-AA2D-C4F7-2D75-44287BF12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BE6B6-C9A7-FC3F-A163-73EE53AE4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9BCB-549A-0747-B8F4-C01CFEFAE152}" type="datetimeFigureOut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0377C-6275-6F55-3B63-61D656657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85646-2A87-5E0B-68C6-85D25115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29C2A-C519-6948-80FB-5894EFD6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7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F7F9A-A405-FF41-6E8E-4FD7BB83C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F6CA2-4431-706D-8874-1258D1117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6BD3E-B36D-A4F3-7CDF-5B8C69A99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9BCB-549A-0747-B8F4-C01CFEFAE152}" type="datetimeFigureOut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E5196-3971-AAFE-83FC-497BBEC4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FBDDA-B7F7-A15C-919C-3507F3A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29C2A-C519-6948-80FB-5894EFD6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19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1662-5FCE-5240-02BC-25C80E8F1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1D5EE-8883-6F6C-C6B0-9564F96DC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0ECC5-537E-55AF-8771-91FB16BC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9BCB-549A-0747-B8F4-C01CFEFAE152}" type="datetimeFigureOut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1FBC2-06A6-1D3A-BB09-089BB8E12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8F368-D14F-1B1C-F511-AFC68CBB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29C2A-C519-6948-80FB-5894EFD6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98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CF2-0105-112C-8DBE-A83498FCD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6057F-DEB6-6BF5-FB16-198C0D5FE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BF497-EEBE-C759-D7F2-758019F4E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D880E-49FB-94CC-0C71-2C6E22BC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9BCB-549A-0747-B8F4-C01CFEFAE152}" type="datetimeFigureOut">
              <a:rPr lang="en-US" smtClean="0"/>
              <a:t>3/16/25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13DC3-C178-6326-C4EA-A930845C8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945C3-60AC-B8D4-1688-7B8CC95B6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29C2A-C519-6948-80FB-5894EFD6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89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50FA-57F1-9F19-F965-4472EC2DA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A9FC6-47A3-DE78-4F44-FDE4AE4EC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9C162-D402-BF0D-784A-8B3F5E8AE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9210B8-E0E4-8650-5D2A-7C7BD6067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15B58D-2F16-7878-3BD5-3B127AB41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9AA77B-50B4-F55E-933F-645A4628B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9BCB-549A-0747-B8F4-C01CFEFAE152}" type="datetimeFigureOut">
              <a:rPr lang="en-US" smtClean="0"/>
              <a:t>3/16/25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7F3973-23B8-1B24-1457-D5164100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5FA18-5AAF-2D85-0C9D-6747B185B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29C2A-C519-6948-80FB-5894EFD6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97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A9FAC-681F-709E-87BD-08CA07371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36498D-FC70-01C6-2E35-1F79A4B3D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9BCB-549A-0747-B8F4-C01CFEFAE152}" type="datetimeFigureOut">
              <a:rPr lang="en-US" smtClean="0"/>
              <a:t>3/16/25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6970A-C2E3-B47D-CFBA-E0B503057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CF612-10D3-F1F6-8619-C6AB3CB36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29C2A-C519-6948-80FB-5894EFD6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1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617DFC-5D90-D1BC-FC81-5205C5B73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9BCB-549A-0747-B8F4-C01CFEFAE152}" type="datetimeFigureOut">
              <a:rPr lang="en-US" smtClean="0"/>
              <a:t>3/16/25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9B811-7CD6-943C-540D-B9ED24612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03149-EC8B-571D-5A8E-F4D015F1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29C2A-C519-6948-80FB-5894EFD6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35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1633-7636-3E90-ABF8-13D80AE3D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2D5C2-677C-5286-5911-2B6C2AC99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037D4-7B59-58DC-A144-8AD893193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FC650-87BE-D419-0510-96094143C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9BCB-549A-0747-B8F4-C01CFEFAE152}" type="datetimeFigureOut">
              <a:rPr lang="en-US" smtClean="0"/>
              <a:t>3/16/25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E29FF-6159-CE6D-72A6-936EA93A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14DE7-03A6-5D5B-323B-5173E4C91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29C2A-C519-6948-80FB-5894EFD6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4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762D7-FD7C-7E93-9324-885D9A597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A75323-9BB1-0080-CC7A-BFAB5CD2C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AD02D-7D22-9B97-B6E9-E02C5C796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1E528-F852-1E64-C3F4-6C15F695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9BCB-549A-0747-B8F4-C01CFEFAE152}" type="datetimeFigureOut">
              <a:rPr lang="en-US" smtClean="0"/>
              <a:t>3/16/25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FDF38-AB59-5C19-D34F-B6920A204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A35A9-098F-695E-9487-F2AFF674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29C2A-C519-6948-80FB-5894EFD6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10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C2C8-CE07-B292-2F18-86AFEB96E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2EDF9-9523-5E0B-0203-1B252B306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C4C73-CD70-2E1D-0E57-346851344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9BCB-549A-0747-B8F4-C01CFEFAE152}" type="datetimeFigureOut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1A226-F204-CF96-BFC5-7DECCD16F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0FC21-EBF7-E216-ED4D-67B17EA0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29C2A-C519-6948-80FB-5894EFD6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04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DD5827-415A-CA21-D708-F61DC4500F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753ECA-1109-525F-1734-A382D70F2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1165D-6364-2D1F-CBE9-8DC174C45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9BCB-549A-0747-B8F4-C01CFEFAE152}" type="datetimeFigureOut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53DE8-EBA3-82C9-CC23-6C64B168E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AB745-FD83-DD81-4AB8-B6C3D0FBB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29C2A-C519-6948-80FB-5894EFD6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15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D3C9D7-C977-6E13-E590-A72B0CE9F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87005-AAAE-D869-C459-A60429B7E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5F818-EB27-D84C-4956-A4635E5E1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E9BCB-549A-0747-B8F4-C01CFEFAE152}" type="datetimeFigureOut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5EFE4-8977-9404-9490-7A34E1461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7E28C-A605-675E-E9E9-6FDE929DD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29C2A-C519-6948-80FB-5894EFD6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973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2589-AE60-BF04-D001-94421F3E23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Random variables</a:t>
            </a:r>
          </a:p>
        </p:txBody>
      </p:sp>
    </p:spTree>
    <p:extLst>
      <p:ext uri="{BB962C8B-B14F-4D97-AF65-F5344CB8AC3E}">
        <p14:creationId xmlns:p14="http://schemas.microsoft.com/office/powerpoint/2010/main" val="3388666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D0B62-B868-6E10-F4B7-3FA40771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A8339-1215-7006-39D1-BC64D902E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we know the starting salary of a sample of 100 newly graduates in data science, we can draw conclusions about the expected starting salary of all data science graduates.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Draw statistical conclusions from a sample of data about the entire population of interest.</a:t>
            </a:r>
          </a:p>
        </p:txBody>
      </p:sp>
    </p:spTree>
    <p:extLst>
      <p:ext uri="{BB962C8B-B14F-4D97-AF65-F5344CB8AC3E}">
        <p14:creationId xmlns:p14="http://schemas.microsoft.com/office/powerpoint/2010/main" val="4166283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14AA-EF7E-307A-2251-14C507CB6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E6675C-5F62-D12E-2445-E13CDBA991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Experiment: toss a coin</a:t>
                </a:r>
              </a:p>
              <a:p>
                <a:pPr marL="0" indent="0">
                  <a:buNone/>
                </a:pPr>
                <a:r>
                  <a:rPr lang="en-US" dirty="0"/>
                  <a:t>Possible outcomes: head (H) or tail (T) (</a:t>
                </a:r>
                <a:r>
                  <a:rPr lang="en-US" dirty="0">
                    <a:solidFill>
                      <a:srgbClr val="00B050"/>
                    </a:solidFill>
                  </a:rPr>
                  <a:t>events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 err="1">
                    <a:solidFill>
                      <a:srgbClr val="00B050"/>
                    </a:solidFill>
                  </a:rPr>
                  <a:t>Realisation</a:t>
                </a:r>
                <a:r>
                  <a:rPr lang="en-US" dirty="0"/>
                  <a:t> of an experiment (toss coin e.g. 7 times): H,H,T,H,T,T,H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Random variable X</a:t>
                </a:r>
                <a:r>
                  <a:rPr lang="en-US" dirty="0"/>
                  <a:t>: we assign one </a:t>
                </a:r>
                <a:r>
                  <a:rPr lang="en-US" b="1" dirty="0"/>
                  <a:t>single</a:t>
                </a:r>
                <a:r>
                  <a:rPr lang="en-US" dirty="0"/>
                  <a:t> real number to each possible event, e.g., X(H)=1, X(T)=0</a:t>
                </a:r>
              </a:p>
              <a:p>
                <a:pPr marL="0" indent="0">
                  <a:buNone/>
                </a:pPr>
                <a:r>
                  <a:rPr lang="en-US" dirty="0"/>
                  <a:t>Probabilities of different outcomes: P(X=1)=0.5, P(X=0)=0.5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F0"/>
                    </a:solidFill>
                  </a:rPr>
                  <a:t>Notation: </a:t>
                </a:r>
              </a:p>
              <a:p>
                <a:pPr marL="457200" lvl="1" indent="0">
                  <a:buNone/>
                </a:pPr>
                <a:r>
                  <a:rPr lang="en-US" dirty="0"/>
                  <a:t>Random variable: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b="0" dirty="0"/>
                  <a:t> (capital letters)</a:t>
                </a:r>
              </a:p>
              <a:p>
                <a:pPr marL="457200" lvl="1" indent="0">
                  <a:buNone/>
                </a:pPr>
                <a:r>
                  <a:rPr lang="en-US" dirty="0"/>
                  <a:t>Values that random variable can take: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(lowercase letters)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E6675C-5F62-D12E-2445-E13CDBA991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406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C00C0-3AB7-5C1C-232C-E6879DF8A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Random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B6F7C7-3AD0-B14A-6FE2-48900A198315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105156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Consider a random variable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that can take values in the range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∞,∞</m:t>
                        </m:r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Now we consider the event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]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∞,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. The probability of this event can be expressed as: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B6F7C7-3AD0-B14A-6FE2-48900A198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10515600" cy="1569660"/>
              </a:xfrm>
              <a:prstGeom prst="rect">
                <a:avLst/>
              </a:prstGeom>
              <a:blipFill>
                <a:blip r:embed="rId2"/>
                <a:stretch>
                  <a:fillRect l="-965" t="-2400" b="-8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DE6F640-7970-8317-2926-BD99D3431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39" y="3621543"/>
            <a:ext cx="8956628" cy="62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841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2B069-C19B-FBDD-D75E-C6A68351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Cumulative distribution function (CDF)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BE511F-2D76-8404-489C-2296D8241C6D}"/>
                  </a:ext>
                </a:extLst>
              </p:cNvPr>
              <p:cNvSpPr txBox="1"/>
              <p:nvPr/>
            </p:nvSpPr>
            <p:spPr>
              <a:xfrm>
                <a:off x="1302328" y="2858799"/>
                <a:ext cx="5760423" cy="18466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Monotonically non-decreasing function.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→−∞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24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→∞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24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≤1,</m:t>
                    </m:r>
                  </m:oMath>
                </a14:m>
                <a:r>
                  <a:rPr lang="en-GB" sz="2400" b="0" dirty="0"/>
                  <a:t> for all values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4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BE511F-2D76-8404-489C-2296D8241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328" y="2858799"/>
                <a:ext cx="5760423" cy="1846659"/>
              </a:xfrm>
              <a:prstGeom prst="rect">
                <a:avLst/>
              </a:prstGeom>
              <a:blipFill>
                <a:blip r:embed="rId2"/>
                <a:stretch>
                  <a:fillRect l="-1319" t="-2740" r="-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7DEB5F-20B8-7C63-3B97-F3ECBBAF78B6}"/>
                  </a:ext>
                </a:extLst>
              </p:cNvPr>
              <p:cNvSpPr txBox="1"/>
              <p:nvPr/>
            </p:nvSpPr>
            <p:spPr>
              <a:xfrm>
                <a:off x="838201" y="5275659"/>
                <a:ext cx="105156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Remember the empirical cumulative distribution function (</a:t>
                </a:r>
                <a:r>
                  <a:rPr lang="en-US" sz="2000" dirty="0">
                    <a:solidFill>
                      <a:srgbClr val="00B0F0"/>
                    </a:solidFill>
                  </a:rPr>
                  <a:t>ECDF</a:t>
                </a:r>
                <a:r>
                  <a:rPr lang="en-US" sz="2000" dirty="0"/>
                  <a:t>): calculated </a:t>
                </a:r>
                <a:r>
                  <a:rPr lang="en-US" sz="2000" dirty="0">
                    <a:solidFill>
                      <a:srgbClr val="00B0F0"/>
                    </a:solidFill>
                  </a:rPr>
                  <a:t>from a particular observed data</a:t>
                </a:r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Here we deal with the random variable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/>
                  <a:t> describing the </a:t>
                </a:r>
                <a:r>
                  <a:rPr lang="en-US" sz="2000" dirty="0">
                    <a:solidFill>
                      <a:srgbClr val="00B050"/>
                    </a:solidFill>
                  </a:rPr>
                  <a:t>entire population</a:t>
                </a:r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7DEB5F-20B8-7C63-3B97-F3ECBBAF7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5275659"/>
                <a:ext cx="10515600" cy="1015663"/>
              </a:xfrm>
              <a:prstGeom prst="rect">
                <a:avLst/>
              </a:prstGeom>
              <a:blipFill>
                <a:blip r:embed="rId3"/>
                <a:stretch>
                  <a:fillRect l="-724" t="-3704" r="-241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1348D36-7089-F716-F674-93F4B0185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9182" y="1524871"/>
            <a:ext cx="3972370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41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7B588-61F6-9991-6E36-DB1E61FBB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Probability Density Function (PDF): </a:t>
            </a:r>
            <a:r>
              <a:rPr lang="en-US" dirty="0"/>
              <a:t>continuous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978218-BFDD-22FC-9A44-D08F9EC7AC6D}"/>
                  </a:ext>
                </a:extLst>
              </p:cNvPr>
              <p:cNvSpPr txBox="1"/>
              <p:nvPr/>
            </p:nvSpPr>
            <p:spPr>
              <a:xfrm>
                <a:off x="838200" y="1728215"/>
                <a:ext cx="10515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 random variable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en-US" sz="2400" dirty="0">
                    <a:solidFill>
                      <a:srgbClr val="00B050"/>
                    </a:solidFill>
                  </a:rPr>
                  <a:t>continuous</a:t>
                </a:r>
                <a:r>
                  <a:rPr lang="en-US" sz="2400" dirty="0"/>
                  <a:t> if there is a function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for all  real values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such that: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978218-BFDD-22FC-9A44-D08F9EC7A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28215"/>
                <a:ext cx="10515600" cy="830997"/>
              </a:xfrm>
              <a:prstGeom prst="rect">
                <a:avLst/>
              </a:prstGeom>
              <a:blipFill>
                <a:blip r:embed="rId2"/>
                <a:stretch>
                  <a:fillRect l="-965" t="-4478" b="-16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1EF532D-6B66-21B3-238E-1F63FCB8A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916" y="2279886"/>
            <a:ext cx="3938168" cy="167951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81FC3F6-3FA5-AA06-CD38-E9DD42A0DA71}"/>
              </a:ext>
            </a:extLst>
          </p:cNvPr>
          <p:cNvGrpSpPr/>
          <p:nvPr/>
        </p:nvGrpSpPr>
        <p:grpSpPr>
          <a:xfrm>
            <a:off x="2990767" y="3674533"/>
            <a:ext cx="3478453" cy="1412707"/>
            <a:chOff x="2990767" y="3674533"/>
            <a:chExt cx="3478453" cy="141270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54FF655-6602-E13B-EE10-378EBE275C28}"/>
                </a:ext>
              </a:extLst>
            </p:cNvPr>
            <p:cNvSpPr txBox="1"/>
            <p:nvPr/>
          </p:nvSpPr>
          <p:spPr>
            <a:xfrm>
              <a:off x="2990767" y="4440909"/>
              <a:ext cx="3478453" cy="6463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Cumulative Distribution Function</a:t>
              </a:r>
            </a:p>
            <a:p>
              <a:pPr algn="ctr"/>
              <a:r>
                <a:rPr lang="en-US" dirty="0"/>
                <a:t>(CDF)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1470103-B833-2ACD-2644-C370D2DBFA73}"/>
                </a:ext>
              </a:extLst>
            </p:cNvPr>
            <p:cNvCxnSpPr/>
            <p:nvPr/>
          </p:nvCxnSpPr>
          <p:spPr>
            <a:xfrm flipV="1">
              <a:off x="4729993" y="3674533"/>
              <a:ext cx="0" cy="592667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9D36A9-9E50-C924-134F-2322C4F0E200}"/>
              </a:ext>
            </a:extLst>
          </p:cNvPr>
          <p:cNvGrpSpPr/>
          <p:nvPr/>
        </p:nvGrpSpPr>
        <p:grpSpPr>
          <a:xfrm>
            <a:off x="7462008" y="3674533"/>
            <a:ext cx="3392404" cy="1230531"/>
            <a:chOff x="7462008" y="3674533"/>
            <a:chExt cx="3392404" cy="123053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18F094F-6566-16C6-9BB0-A85FE4424F1D}"/>
                </a:ext>
              </a:extLst>
            </p:cNvPr>
            <p:cNvSpPr txBox="1"/>
            <p:nvPr/>
          </p:nvSpPr>
          <p:spPr>
            <a:xfrm>
              <a:off x="7462008" y="4258733"/>
              <a:ext cx="3392404" cy="6463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Probability Distribution Function</a:t>
              </a:r>
            </a:p>
            <a:p>
              <a:pPr algn="ctr"/>
              <a:r>
                <a:rPr lang="en-US" dirty="0"/>
                <a:t>(PDF)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1BA7F40-1337-E7CA-4247-F240FA3F0EE1}"/>
                </a:ext>
              </a:extLst>
            </p:cNvPr>
            <p:cNvCxnSpPr/>
            <p:nvPr/>
          </p:nvCxnSpPr>
          <p:spPr>
            <a:xfrm flipH="1" flipV="1">
              <a:off x="7603067" y="3674533"/>
              <a:ext cx="1473200" cy="422071"/>
            </a:xfrm>
            <a:prstGeom prst="straightConnector1">
              <a:avLst/>
            </a:prstGeom>
            <a:ln w="38100">
              <a:solidFill>
                <a:schemeClr val="accent5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35D334C-CA67-24B1-DE6A-7A4FDDE75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214" y="5534942"/>
            <a:ext cx="3938169" cy="95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512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1C34A78-214D-581D-53D0-0B5BED0F0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800" y="724910"/>
            <a:ext cx="4572000" cy="1325563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Probability Density Function (PDF)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CEAB127-DD35-5910-F313-6689B306927A}"/>
              </a:ext>
            </a:extLst>
          </p:cNvPr>
          <p:cNvSpPr txBox="1">
            <a:spLocks/>
          </p:cNvSpPr>
          <p:nvPr/>
        </p:nvSpPr>
        <p:spPr>
          <a:xfrm>
            <a:off x="6875084" y="4484689"/>
            <a:ext cx="457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Cumulative Density Function (CDF)</a:t>
            </a:r>
          </a:p>
        </p:txBody>
      </p:sp>
      <p:pic>
        <p:nvPicPr>
          <p:cNvPr id="3" name="Picture 2" descr="A graph of a function&#10;&#10;AI-generated content may be incorrect.">
            <a:extLst>
              <a:ext uri="{FF2B5EF4-FFF2-40B4-BE49-F238E27FC236}">
                <a16:creationId xmlns:a16="http://schemas.microsoft.com/office/drawing/2014/main" id="{5A9EB30F-069F-F431-3025-657F88B5D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80" y="267881"/>
            <a:ext cx="4572000" cy="3187700"/>
          </a:xfrm>
          <a:prstGeom prst="rect">
            <a:avLst/>
          </a:prstGeom>
        </p:spPr>
      </p:pic>
      <p:pic>
        <p:nvPicPr>
          <p:cNvPr id="6" name="Picture 5" descr="A graph of a function&#10;&#10;AI-generated content may be incorrect.">
            <a:extLst>
              <a:ext uri="{FF2B5EF4-FFF2-40B4-BE49-F238E27FC236}">
                <a16:creationId xmlns:a16="http://schemas.microsoft.com/office/drawing/2014/main" id="{B22B5981-62F5-C39D-20B4-6D7B116D2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91" y="3705709"/>
            <a:ext cx="4572000" cy="295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50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6FE47-4996-70D1-0956-E99CCE825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ine graph with black lines&#10;&#10;AI-generated content may be incorrect.">
            <a:extLst>
              <a:ext uri="{FF2B5EF4-FFF2-40B4-BE49-F238E27FC236}">
                <a16:creationId xmlns:a16="http://schemas.microsoft.com/office/drawing/2014/main" id="{32DBDF72-AA46-2E79-8164-F33F5F7F7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81" y="482600"/>
            <a:ext cx="4572000" cy="2946400"/>
          </a:xfrm>
          <a:prstGeom prst="rect">
            <a:avLst/>
          </a:prstGeom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DA76B661-A2C5-8648-C9AF-0D526D8DD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81" y="3790374"/>
            <a:ext cx="4572000" cy="2959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9427AD-8DDE-9A9B-9D3E-17B821CC98AC}"/>
                  </a:ext>
                </a:extLst>
              </p:cNvPr>
              <p:cNvSpPr txBox="1"/>
              <p:nvPr/>
            </p:nvSpPr>
            <p:spPr>
              <a:xfrm>
                <a:off x="6913421" y="2663319"/>
                <a:ext cx="4385431" cy="8903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DBB980-64F3-CD7E-92F8-8E380EE70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421" y="2663319"/>
                <a:ext cx="4385431" cy="890372"/>
              </a:xfrm>
              <a:prstGeom prst="rect">
                <a:avLst/>
              </a:prstGeom>
              <a:blipFill>
                <a:blip r:embed="rId4"/>
                <a:stretch>
                  <a:fillRect t="-167606" b="-246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90993BED-D63C-69B2-980E-8803DB99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800" y="724910"/>
            <a:ext cx="4572000" cy="1325563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Probability Density Function (PDF)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5E102D4-53D1-96E5-D3FD-04F8EBF00C74}"/>
              </a:ext>
            </a:extLst>
          </p:cNvPr>
          <p:cNvSpPr txBox="1">
            <a:spLocks/>
          </p:cNvSpPr>
          <p:nvPr/>
        </p:nvSpPr>
        <p:spPr>
          <a:xfrm>
            <a:off x="6875084" y="4484689"/>
            <a:ext cx="457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Cumulative Density Function (CDF)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73A26FB-5095-7919-68B6-1F58B9945BC6}"/>
              </a:ext>
            </a:extLst>
          </p:cNvPr>
          <p:cNvGrpSpPr/>
          <p:nvPr/>
        </p:nvGrpSpPr>
        <p:grpSpPr>
          <a:xfrm>
            <a:off x="7730837" y="3344335"/>
            <a:ext cx="1903150" cy="815371"/>
            <a:chOff x="7730837" y="3344335"/>
            <a:chExt cx="1903150" cy="81537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3B7A671-6600-16F7-E098-0B9BBB69ADCC}"/>
                </a:ext>
              </a:extLst>
            </p:cNvPr>
            <p:cNvSpPr txBox="1"/>
            <p:nvPr/>
          </p:nvSpPr>
          <p:spPr>
            <a:xfrm>
              <a:off x="7730837" y="3790374"/>
              <a:ext cx="1903150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blue shaded area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CCA10E5-F4D2-75D1-431E-E3CF4382C8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0144" y="3344335"/>
              <a:ext cx="4388" cy="361374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9300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D8913F-226C-2826-A3C4-B7373A65F256}"/>
              </a:ext>
            </a:extLst>
          </p:cNvPr>
          <p:cNvSpPr txBox="1"/>
          <p:nvPr/>
        </p:nvSpPr>
        <p:spPr>
          <a:xfrm>
            <a:off x="2226734" y="2863850"/>
            <a:ext cx="736599" cy="5651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F372D-EF8B-50B9-6E89-DC1E2DF2DD76}"/>
              </a:ext>
            </a:extLst>
          </p:cNvPr>
          <p:cNvSpPr txBox="1"/>
          <p:nvPr/>
        </p:nvSpPr>
        <p:spPr>
          <a:xfrm>
            <a:off x="2226734" y="6038850"/>
            <a:ext cx="736599" cy="5651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EC25284-47E2-1C9F-A489-5DF27E5004FF}"/>
              </a:ext>
            </a:extLst>
          </p:cNvPr>
          <p:cNvGrpSpPr/>
          <p:nvPr/>
        </p:nvGrpSpPr>
        <p:grpSpPr>
          <a:xfrm>
            <a:off x="1316608" y="0"/>
            <a:ext cx="9814942" cy="2863850"/>
            <a:chOff x="1316608" y="0"/>
            <a:chExt cx="9814942" cy="28638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248E4F0-E353-7154-8572-0D367A0E7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6608" y="0"/>
              <a:ext cx="9814942" cy="28638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C5B1F1-CE9A-D63B-86A3-57A6DBA70599}"/>
                </a:ext>
              </a:extLst>
            </p:cNvPr>
            <p:cNvSpPr txBox="1"/>
            <p:nvPr/>
          </p:nvSpPr>
          <p:spPr>
            <a:xfrm>
              <a:off x="9431867" y="1032933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PDF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23B1CE5-9EDE-928F-3674-F23804E413FB}"/>
              </a:ext>
            </a:extLst>
          </p:cNvPr>
          <p:cNvGrpSpPr/>
          <p:nvPr/>
        </p:nvGrpSpPr>
        <p:grpSpPr>
          <a:xfrm>
            <a:off x="2226734" y="3090333"/>
            <a:ext cx="8784168" cy="3513667"/>
            <a:chOff x="2226734" y="3090333"/>
            <a:chExt cx="8784168" cy="351366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3C29AAF-E558-7CF3-32FC-C839B9BD4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26734" y="3090333"/>
              <a:ext cx="8784168" cy="351366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C4A599D-5BD6-7374-6C7A-B2549E05EFFE}"/>
                </a:ext>
              </a:extLst>
            </p:cNvPr>
            <p:cNvSpPr txBox="1"/>
            <p:nvPr/>
          </p:nvSpPr>
          <p:spPr>
            <a:xfrm>
              <a:off x="9431866" y="4762499"/>
              <a:ext cx="625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CDF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249D91F-1DD3-4A7B-9EE6-7A7AF504FAC1}"/>
                  </a:ext>
                </a:extLst>
              </p:cNvPr>
              <p:cNvSpPr txBox="1"/>
              <p:nvPr/>
            </p:nvSpPr>
            <p:spPr>
              <a:xfrm>
                <a:off x="4477094" y="3146425"/>
                <a:ext cx="3493970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249D91F-1DD3-4A7B-9EE6-7A7AF504F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094" y="3146425"/>
                <a:ext cx="3493970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7C915BE-AC6A-6364-1DFC-86678C208162}"/>
              </a:ext>
            </a:extLst>
          </p:cNvPr>
          <p:cNvSpPr txBox="1"/>
          <p:nvPr/>
        </p:nvSpPr>
        <p:spPr>
          <a:xfrm>
            <a:off x="2335427" y="2863850"/>
            <a:ext cx="729049" cy="7566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951D81-23C2-4B37-386C-7C1D038138BC}"/>
              </a:ext>
            </a:extLst>
          </p:cNvPr>
          <p:cNvSpPr txBox="1"/>
          <p:nvPr/>
        </p:nvSpPr>
        <p:spPr>
          <a:xfrm>
            <a:off x="2226734" y="5910248"/>
            <a:ext cx="729049" cy="7566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3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5E177-1994-94AA-D789-EEDBC4CC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Probability Density Function (PDF): </a:t>
            </a:r>
            <a:r>
              <a:rPr lang="en-US" dirty="0"/>
              <a:t>properties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531493-0194-5C62-4033-B71503786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418593" cy="1680633"/>
          </a:xfrm>
          <a:prstGeom prst="rect">
            <a:avLst/>
          </a:prstGeom>
        </p:spPr>
      </p:pic>
      <p:pic>
        <p:nvPicPr>
          <p:cNvPr id="6" name="Picture 5" descr="A graph of a function&#10;&#10;AI-generated content may be incorrect.">
            <a:extLst>
              <a:ext uri="{FF2B5EF4-FFF2-40B4-BE49-F238E27FC236}">
                <a16:creationId xmlns:a16="http://schemas.microsoft.com/office/drawing/2014/main" id="{DA20E6CF-D665-DA29-1E88-2EC87285F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793" y="3371321"/>
            <a:ext cx="4572000" cy="29972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B31D3CCF-94EE-2F10-861E-5A4E6E2D63BD}"/>
              </a:ext>
            </a:extLst>
          </p:cNvPr>
          <p:cNvGrpSpPr/>
          <p:nvPr/>
        </p:nvGrpSpPr>
        <p:grpSpPr>
          <a:xfrm>
            <a:off x="4741333" y="4177423"/>
            <a:ext cx="4994859" cy="692498"/>
            <a:chOff x="4741333" y="4177423"/>
            <a:chExt cx="4994859" cy="6924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159AFF0-3EAA-1620-CB74-D882B2F5C1AC}"/>
                    </a:ext>
                  </a:extLst>
                </p:cNvPr>
                <p:cNvSpPr txBox="1"/>
                <p:nvPr/>
              </p:nvSpPr>
              <p:spPr>
                <a:xfrm>
                  <a:off x="5604933" y="4177423"/>
                  <a:ext cx="4131259" cy="461665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d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159AFF0-3EAA-1620-CB74-D882B2F5C1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4933" y="4177423"/>
                  <a:ext cx="4131259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31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1BB5B6C-EB92-6662-E794-C94E42C5C870}"/>
                </a:ext>
              </a:extLst>
            </p:cNvPr>
            <p:cNvCxnSpPr/>
            <p:nvPr/>
          </p:nvCxnSpPr>
          <p:spPr>
            <a:xfrm flipH="1">
              <a:off x="4741333" y="4408255"/>
              <a:ext cx="694267" cy="461666"/>
            </a:xfrm>
            <a:prstGeom prst="straightConnector1">
              <a:avLst/>
            </a:prstGeom>
            <a:ln w="381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925EC8-AFD5-B3AD-38AF-424BD8913C7A}"/>
              </a:ext>
            </a:extLst>
          </p:cNvPr>
          <p:cNvGrpSpPr/>
          <p:nvPr/>
        </p:nvGrpSpPr>
        <p:grpSpPr>
          <a:xfrm>
            <a:off x="7264399" y="5547142"/>
            <a:ext cx="4732868" cy="821379"/>
            <a:chOff x="7264399" y="5547142"/>
            <a:chExt cx="4732868" cy="8213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68DE020-4D27-3B0B-B717-737AAA0512AB}"/>
                    </a:ext>
                  </a:extLst>
                </p:cNvPr>
                <p:cNvSpPr txBox="1"/>
                <p:nvPr/>
              </p:nvSpPr>
              <p:spPr>
                <a:xfrm>
                  <a:off x="7331659" y="5547142"/>
                  <a:ext cx="4665608" cy="82137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:pPr>
                    <a:spcAft>
                      <a:spcPts val="12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𝑑𝑒𝑛𝑠𝑖𝑡𝑦</m:t>
                        </m:r>
                        <m:r>
                          <a:rPr lang="en-GB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f>
                          <m:f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GB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𝑟𝑒𝑙𝑎𝑡𝑖𝑣𝑒</m:t>
                            </m:r>
                            <m:r>
                              <a:rPr lang="en-GB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lang="en-GB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𝑓𝑟𝑒𝑞𝑢𝑒𝑛𝑐𝑦</m:t>
                            </m:r>
                          </m:num>
                          <m:den>
                            <m:r>
                              <a:rPr lang="en-GB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𝑤𝑖𝑑𝑡h</m:t>
                            </m:r>
                            <m:r>
                              <a:rPr lang="en-GB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lang="en-GB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𝑜𝑓</m:t>
                            </m:r>
                            <m:r>
                              <a:rPr lang="en-GB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lang="en-GB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𝑏𝑖𝑛</m:t>
                            </m:r>
                          </m:den>
                        </m:f>
                      </m:oMath>
                    </m:oMathPara>
                  </a14:m>
                  <a:endParaRPr lang="en-GB" sz="1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68DE020-4D27-3B0B-B717-737AAA0512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1659" y="5547142"/>
                  <a:ext cx="4665608" cy="82137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05AC41A-6349-1EE8-7B4E-15E099FFFFE3}"/>
                    </a:ext>
                  </a:extLst>
                </p:cNvPr>
                <p:cNvSpPr txBox="1"/>
                <p:nvPr/>
              </p:nvSpPr>
              <p:spPr>
                <a:xfrm>
                  <a:off x="7264399" y="5706533"/>
                  <a:ext cx="9638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05AC41A-6349-1EE8-7B4E-15E099FFF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4399" y="5706533"/>
                  <a:ext cx="963854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6944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898A-A1E6-8938-9C50-0B4D6EFC2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Probability Density Function (PDF)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91AD30-F851-91BB-A980-B967ED091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564" y="1690688"/>
            <a:ext cx="3439819" cy="12022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B5607E-DC83-DCDA-1624-B8D426519167}"/>
                  </a:ext>
                </a:extLst>
              </p:cNvPr>
              <p:cNvSpPr txBox="1"/>
              <p:nvPr/>
            </p:nvSpPr>
            <p:spPr>
              <a:xfrm>
                <a:off x="1247033" y="3395988"/>
                <a:ext cx="9697934" cy="83099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probability that the random variable X takes a particular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is equal to 0.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B5607E-DC83-DCDA-1624-B8D426519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033" y="3395988"/>
                <a:ext cx="9697934" cy="830997"/>
              </a:xfrm>
              <a:prstGeom prst="rect">
                <a:avLst/>
              </a:prstGeom>
              <a:blipFill>
                <a:blip r:embed="rId3"/>
                <a:stretch>
                  <a:fillRect l="-1047" t="-606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9682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4B95-C30C-65A0-308A-D7F4133D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C9624-5502-D2F8-ADEA-9BB912FAA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bus arrives at the Marischal College bus stop every 20 minutes. What is the probability that a person arriving randomly at the bus stop has to wait between 15 and 20 minutes?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F138BD-EE20-1A54-F9C6-C18EA58B17E0}"/>
                  </a:ext>
                </a:extLst>
              </p:cNvPr>
              <p:cNvSpPr txBox="1"/>
              <p:nvPr/>
            </p:nvSpPr>
            <p:spPr>
              <a:xfrm>
                <a:off x="838199" y="3429000"/>
                <a:ext cx="10168467" cy="25850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waiting time of a person arriving randomly at the bus stop will be any number between 0 and 20 min, with no preference for any particular waiting time. Hence, the PDF is equal to: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The probability that a person has to wait between 15 and 20 minutes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15≤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≤20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p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nary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20−15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=0.25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F138BD-EE20-1A54-F9C6-C18EA58B1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429000"/>
                <a:ext cx="10168467" cy="2585003"/>
              </a:xfrm>
              <a:prstGeom prst="rect">
                <a:avLst/>
              </a:prstGeom>
              <a:blipFill>
                <a:blip r:embed="rId2"/>
                <a:stretch>
                  <a:fillRect l="-873" t="-2451" b="-8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524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F4E6B-C2F4-C15E-D9C7-F655C901A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Discrete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F9F20-9D89-0FC2-3F11-B070070E3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2095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random variable X is </a:t>
            </a:r>
            <a:r>
              <a:rPr lang="en-US" dirty="0">
                <a:solidFill>
                  <a:srgbClr val="00B050"/>
                </a:solidFill>
              </a:rPr>
              <a:t>discrete</a:t>
            </a:r>
            <a:r>
              <a:rPr lang="en-US" dirty="0"/>
              <a:t> if it takes values that are either finite or countable (i.e., there is a one-to-one correspondence between the possible values that X can take and the positive integers).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Examples</a:t>
            </a:r>
            <a:r>
              <a:rPr lang="en-US" dirty="0"/>
              <a:t>: tossing a coin, rolling a die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959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7326-8139-97C2-DD66-312E388E8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Probability Mass Function (PMF)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648FB1-DEBA-ECDF-9E2A-B64CBC6B3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828116"/>
            <a:ext cx="3629310" cy="14880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C3FDB0-6496-2A31-3794-B573C5062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15" y="3107266"/>
            <a:ext cx="8268551" cy="6434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5D9317-639C-8D0E-6E5F-06C13AA7A672}"/>
              </a:ext>
            </a:extLst>
          </p:cNvPr>
          <p:cNvSpPr txBox="1"/>
          <p:nvPr/>
        </p:nvSpPr>
        <p:spPr>
          <a:xfrm>
            <a:off x="838200" y="1860047"/>
            <a:ext cx="94911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Probability Mass Function (PMF) of a discrete variable that can take k different values is: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6E730-B9A7-F98F-405A-5A3FB0623911}"/>
              </a:ext>
            </a:extLst>
          </p:cNvPr>
          <p:cNvSpPr txBox="1"/>
          <p:nvPr/>
        </p:nvSpPr>
        <p:spPr>
          <a:xfrm>
            <a:off x="838200" y="4458784"/>
            <a:ext cx="1637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Properties:</a:t>
            </a:r>
          </a:p>
        </p:txBody>
      </p:sp>
    </p:spTree>
    <p:extLst>
      <p:ext uri="{BB962C8B-B14F-4D97-AF65-F5344CB8AC3E}">
        <p14:creationId xmlns:p14="http://schemas.microsoft.com/office/powerpoint/2010/main" val="142929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7DEFB-4C53-361B-2B10-CF27D9E7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Cumulative Distribution Function (CDF): </a:t>
            </a:r>
            <a:r>
              <a:rPr lang="en-US" dirty="0">
                <a:solidFill>
                  <a:srgbClr val="00B050"/>
                </a:solidFill>
              </a:rPr>
              <a:t>discrete random 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C48E49-C6C9-5860-C5B6-918D63689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993" y="1690688"/>
            <a:ext cx="4390524" cy="1657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3E259A-877D-9F02-35D2-12B10E4A5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853" y="3707342"/>
            <a:ext cx="8488397" cy="19325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5CA3EE-6CD7-F317-D137-36F0A347B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1853" y="5898622"/>
            <a:ext cx="7657376" cy="6399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A80F31-13AC-1555-364F-1DE6FD2BEE01}"/>
                  </a:ext>
                </a:extLst>
              </p:cNvPr>
              <p:cNvSpPr txBox="1"/>
              <p:nvPr/>
            </p:nvSpPr>
            <p:spPr>
              <a:xfrm>
                <a:off x="8499951" y="2288530"/>
                <a:ext cx="2510816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A80F31-13AC-1555-364F-1DE6FD2BE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9951" y="2288530"/>
                <a:ext cx="2510816" cy="461665"/>
              </a:xfrm>
              <a:prstGeom prst="rect">
                <a:avLst/>
              </a:prstGeom>
              <a:blipFill>
                <a:blip r:embed="rId5"/>
                <a:stretch>
                  <a:fillRect r="-505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779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F5731C-FA62-3630-405B-4372DD26A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379" y="1742785"/>
            <a:ext cx="8641171" cy="418695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2FB7D4B-39BC-42DF-3813-C986C2C7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Example: rolling a die</a:t>
            </a:r>
          </a:p>
        </p:txBody>
      </p:sp>
    </p:spTree>
    <p:extLst>
      <p:ext uri="{BB962C8B-B14F-4D97-AF65-F5344CB8AC3E}">
        <p14:creationId xmlns:p14="http://schemas.microsoft.com/office/powerpoint/2010/main" val="2394955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C1B5E-9C3B-2689-0EE1-F03CD1B06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Expected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B8A86D-22C7-635D-82FE-11C08CBBC6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Continuous random variable with PDF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Discrete random variable with PMF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=1, 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B8A86D-22C7-635D-82FE-11C08CBBC6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E33D99E-9FD8-93F7-6F9D-A4D261F0B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470" y="2373745"/>
            <a:ext cx="3368335" cy="1311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2D959E-1367-7B49-C664-C1D43346C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301" y="5000336"/>
            <a:ext cx="11516172" cy="13115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9EA56F-5923-2EF7-A58B-334FCAC0ACAD}"/>
              </a:ext>
            </a:extLst>
          </p:cNvPr>
          <p:cNvSpPr txBox="1"/>
          <p:nvPr/>
        </p:nvSpPr>
        <p:spPr>
          <a:xfrm>
            <a:off x="937054" y="6488668"/>
            <a:ext cx="476342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What is the expected value when we roll a die?</a:t>
            </a:r>
          </a:p>
        </p:txBody>
      </p:sp>
    </p:spTree>
    <p:extLst>
      <p:ext uri="{BB962C8B-B14F-4D97-AF65-F5344CB8AC3E}">
        <p14:creationId xmlns:p14="http://schemas.microsoft.com/office/powerpoint/2010/main" val="140552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416CF-D69B-84F8-30C8-C158A1762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32F2F-BE0A-57F9-923D-EDBA74B7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Expected value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40941D-7197-D2D7-B8F2-688BDC95A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110" y="1887536"/>
            <a:ext cx="2390622" cy="8739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36A4C6-1A2F-F54D-06CB-FA7147C9AB36}"/>
              </a:ext>
            </a:extLst>
          </p:cNvPr>
          <p:cNvSpPr txBox="1"/>
          <p:nvPr/>
        </p:nvSpPr>
        <p:spPr>
          <a:xfrm>
            <a:off x="1066800" y="2139865"/>
            <a:ext cx="14327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Notation: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2442F-C6D3-7B88-80F5-BBE639BA715C}"/>
              </a:ext>
            </a:extLst>
          </p:cNvPr>
          <p:cNvSpPr txBox="1"/>
          <p:nvPr/>
        </p:nvSpPr>
        <p:spPr>
          <a:xfrm>
            <a:off x="838200" y="3680975"/>
            <a:ext cx="106511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expected value of a random variable corresponds to the arithmetic mean of the distribution of the population: it quantifies the </a:t>
            </a:r>
            <a:r>
              <a:rPr lang="en-US" sz="2400" dirty="0">
                <a:solidFill>
                  <a:srgbClr val="00B050"/>
                </a:solidFill>
              </a:rPr>
              <a:t>central tendency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1733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B0BF-797C-04B0-2F0A-0202BBCD3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9857DD-B995-47E4-380A-5F3E8BD8D6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is the expected waiting time at the bus stop at Marischal College?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</m:t>
                        </m:r>
                      </m:sup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  <m:nary>
                          <m:nary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sup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𝑥𝑑𝑥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e>
                        </m:nary>
                      </m:e>
                    </m:nary>
                  </m:oMath>
                </a14:m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</m:t>
                        </m:r>
                      </m:den>
                    </m:f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min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9857DD-B995-47E4-380A-5F3E8BD8D6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520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28B62-A71C-4B7D-8AB2-4EDB1BE20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28A99-0077-9699-52CD-6E11DE6FE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the expected outcome when we roll a die?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24D9F3-7DC3-9FC6-F030-A2CEC3DD5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37" y="2595033"/>
            <a:ext cx="10220763" cy="339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0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459A9-7689-92A0-FB16-902554A8C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Variance and standard deviation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CBD296F-CCEA-FCEB-64A0-B2D2498A459E}"/>
              </a:ext>
            </a:extLst>
          </p:cNvPr>
          <p:cNvGrpSpPr/>
          <p:nvPr/>
        </p:nvGrpSpPr>
        <p:grpSpPr>
          <a:xfrm>
            <a:off x="636059" y="3151186"/>
            <a:ext cx="10535350" cy="1193800"/>
            <a:chOff x="636059" y="3151186"/>
            <a:chExt cx="10535350" cy="11938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7997660-BE98-9897-0CF0-8C0189B4D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6059" y="3151186"/>
              <a:ext cx="6565900" cy="11938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2DCA475-075E-946D-A802-BA9220FB5F2F}"/>
                </a:ext>
              </a:extLst>
            </p:cNvPr>
            <p:cNvSpPr txBox="1"/>
            <p:nvPr/>
          </p:nvSpPr>
          <p:spPr>
            <a:xfrm>
              <a:off x="8161867" y="3539066"/>
              <a:ext cx="3009542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Continuous random variable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666C338-AFBA-3696-1240-5313E897F1DA}"/>
              </a:ext>
            </a:extLst>
          </p:cNvPr>
          <p:cNvGrpSpPr/>
          <p:nvPr/>
        </p:nvGrpSpPr>
        <p:grpSpPr>
          <a:xfrm>
            <a:off x="585260" y="4412717"/>
            <a:ext cx="10547515" cy="1502125"/>
            <a:chOff x="585260" y="4412717"/>
            <a:chExt cx="10547515" cy="150212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EF1D278-4FFE-28CE-7A82-843E3A402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260" y="4412717"/>
              <a:ext cx="5584824" cy="150212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4E0A58-A58E-F779-F11D-3B122FAAF315}"/>
                </a:ext>
              </a:extLst>
            </p:cNvPr>
            <p:cNvSpPr txBox="1"/>
            <p:nvPr/>
          </p:nvSpPr>
          <p:spPr>
            <a:xfrm>
              <a:off x="8449733" y="4996046"/>
              <a:ext cx="2683042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Discrete random variable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FDCD699-6991-0E64-235B-B449D5FEA6CF}"/>
              </a:ext>
            </a:extLst>
          </p:cNvPr>
          <p:cNvSpPr txBox="1"/>
          <p:nvPr/>
        </p:nvSpPr>
        <p:spPr>
          <a:xfrm>
            <a:off x="9138609" y="2220409"/>
            <a:ext cx="105605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37B8F7-ED00-9A4E-2FD4-29B3154C9714}"/>
                  </a:ext>
                </a:extLst>
              </p:cNvPr>
              <p:cNvSpPr txBox="1"/>
              <p:nvPr/>
            </p:nvSpPr>
            <p:spPr>
              <a:xfrm>
                <a:off x="585260" y="5982573"/>
                <a:ext cx="6004721" cy="68871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</a:rPr>
                        <m:t>𝑠𝑡𝑎𝑛𝑑𝑎𝑟𝑑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</a:rPr>
                        <m:t>𝑑𝑒𝑣𝑖𝑎𝑡𝑖𝑜𝑛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37B8F7-ED00-9A4E-2FD4-29B3154C9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60" y="5982573"/>
                <a:ext cx="6004721" cy="688715"/>
              </a:xfrm>
              <a:prstGeom prst="rect">
                <a:avLst/>
              </a:prstGeom>
              <a:blipFill>
                <a:blip r:embed="rId4"/>
                <a:stretch>
                  <a:fillRect r="-634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A97002-C2B7-341E-CB69-8518D342236E}"/>
                  </a:ext>
                </a:extLst>
              </p:cNvPr>
              <p:cNvSpPr txBox="1"/>
              <p:nvPr/>
            </p:nvSpPr>
            <p:spPr>
              <a:xfrm>
                <a:off x="669598" y="2112687"/>
                <a:ext cx="476758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GB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/>
                  <a:t>)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A97002-C2B7-341E-CB69-8518D3422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98" y="2112687"/>
                <a:ext cx="4767587" cy="584775"/>
              </a:xfrm>
              <a:prstGeom prst="rect">
                <a:avLst/>
              </a:prstGeom>
              <a:blipFill>
                <a:blip r:embed="rId5"/>
                <a:stretch>
                  <a:fillRect l="-1061" t="-12766" r="-2122" b="-34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69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2CDFA-7CD1-2026-24C7-7E1C7EFBE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985C27-74EE-1CC2-F1FE-3C2F9AF7AC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What is the standard deviation of the waiting time at the Marischal College bus stop?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p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p>
                        <m:e>
                          <m:eqArr>
                            <m:eqArr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−10)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den>
                              </m:f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𝑆𝑡𝑎𝑛𝑑𝑎𝑟𝑑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𝐷𝑒𝑣𝑖𝑎𝑡𝑖𝑜𝑛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≅5.77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n-GB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985C27-74EE-1CC2-F1FE-3C2F9AF7AC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1628" b="-30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7458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9D158-BAB6-7925-2D82-B291FCA2E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Quantiles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137790-B7AC-26D0-248E-A20A2970C677}"/>
                  </a:ext>
                </a:extLst>
              </p:cNvPr>
              <p:cNvSpPr txBox="1"/>
              <p:nvPr/>
            </p:nvSpPr>
            <p:spPr>
              <a:xfrm>
                <a:off x="999067" y="1572156"/>
                <a:ext cx="9821333" cy="885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:r>
                  <a:rPr lang="en-US" sz="2400" dirty="0"/>
                  <a:t>such that the cumulative distribution function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:r>
                  <a:rPr lang="en-US" sz="2400" dirty="0"/>
                  <a:t>is called the </a:t>
                </a:r>
                <a:r>
                  <a:rPr lang="en-US" sz="2400" dirty="0">
                    <a:solidFill>
                      <a:srgbClr val="00B050"/>
                    </a:solidFill>
                  </a:rPr>
                  <a:t>p-quantile</a:t>
                </a:r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≤1.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137790-B7AC-26D0-248E-A20A2970C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67" y="1572156"/>
                <a:ext cx="9821333" cy="885948"/>
              </a:xfrm>
              <a:prstGeom prst="rect">
                <a:avLst/>
              </a:prstGeom>
              <a:blipFill>
                <a:blip r:embed="rId2"/>
                <a:stretch>
                  <a:fillRect l="-903" t="-1408" b="-15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4C2F7A3-C1C2-F7F1-B041-B5B194E8E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732" y="2827866"/>
            <a:ext cx="7620001" cy="33866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FC5DDC-0714-10B0-ADB4-186302E6C2AB}"/>
                  </a:ext>
                </a:extLst>
              </p:cNvPr>
              <p:cNvSpPr txBox="1"/>
              <p:nvPr/>
            </p:nvSpPr>
            <p:spPr>
              <a:xfrm>
                <a:off x="2252134" y="2777067"/>
                <a:ext cx="704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FC5DDC-0714-10B0-ADB4-186302E6C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134" y="2777067"/>
                <a:ext cx="704039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5201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D5C2F-655C-1755-6582-668B19B41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25FE-7C31-BED0-51BC-8293E61C1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Quantiles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C0254D-5570-6C31-EBF1-926971C4489B}"/>
              </a:ext>
            </a:extLst>
          </p:cNvPr>
          <p:cNvSpPr txBox="1"/>
          <p:nvPr/>
        </p:nvSpPr>
        <p:spPr>
          <a:xfrm>
            <a:off x="999067" y="1572156"/>
            <a:ext cx="9821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discrete random variables, the p-quantile is chosen such that: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7FA948-AE98-62B1-C986-D60143E47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033" y="2427816"/>
            <a:ext cx="5366344" cy="200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4516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DBD9-F67C-DAAE-A8B4-137D749CB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Tschebyschev’s</a:t>
            </a:r>
            <a:r>
              <a:rPr lang="en-US" dirty="0">
                <a:solidFill>
                  <a:srgbClr val="0070C0"/>
                </a:solidFill>
              </a:rPr>
              <a:t> inequality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367B69-38AF-7391-8AF1-772EFA94A181}"/>
                  </a:ext>
                </a:extLst>
              </p:cNvPr>
              <p:cNvSpPr txBox="1"/>
              <p:nvPr/>
            </p:nvSpPr>
            <p:spPr>
              <a:xfrm>
                <a:off x="838200" y="1688043"/>
                <a:ext cx="997883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If we do not know the distribution of a random variable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we can still make a statement about the probability that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takes a value in a certain interval: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367B69-38AF-7391-8AF1-772EFA94A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88043"/>
                <a:ext cx="9978837" cy="830997"/>
              </a:xfrm>
              <a:prstGeom prst="rect">
                <a:avLst/>
              </a:prstGeom>
              <a:blipFill>
                <a:blip r:embed="rId2"/>
                <a:stretch>
                  <a:fillRect l="-1018" t="-4478" r="-1018" b="-16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A0B5A89-BDAD-08B4-ECDF-8919544CA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400" y="2809875"/>
            <a:ext cx="5352435" cy="1238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A2E047-D6E6-3657-43D5-8F42F6FFBE09}"/>
              </a:ext>
            </a:extLst>
          </p:cNvPr>
          <p:cNvSpPr txBox="1"/>
          <p:nvPr/>
        </p:nvSpPr>
        <p:spPr>
          <a:xfrm>
            <a:off x="838200" y="4338961"/>
            <a:ext cx="1895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Equivalently: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449BD9-6BCB-779D-4871-6ED7663BD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939" y="4739985"/>
            <a:ext cx="5791813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42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50B8F-2759-C06E-52EB-1DD5ECD3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Tschebyschev’s</a:t>
            </a:r>
            <a:r>
              <a:rPr lang="en-US" dirty="0">
                <a:solidFill>
                  <a:srgbClr val="0070C0"/>
                </a:solidFill>
              </a:rPr>
              <a:t> inequality: </a:t>
            </a:r>
            <a:r>
              <a:rPr lang="en-US" dirty="0"/>
              <a:t>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3255D-4228-A459-E288-0F703AC16F62}"/>
              </a:ext>
            </a:extLst>
          </p:cNvPr>
          <p:cNvSpPr txBox="1"/>
          <p:nvPr/>
        </p:nvSpPr>
        <p:spPr>
          <a:xfrm>
            <a:off x="838200" y="1690688"/>
            <a:ext cx="10710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the probability that we have to wait between  10-7=3 min and 10+7=17 min for the bus at the Marischal College bus stop?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FD0AC-8003-B75D-4CFF-8004FB23C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170" y="2521685"/>
            <a:ext cx="6378864" cy="2698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31FAB3-7BAD-BD5E-2A6F-0F558E6B55C2}"/>
                  </a:ext>
                </a:extLst>
              </p:cNvPr>
              <p:cNvSpPr txBox="1"/>
              <p:nvPr/>
            </p:nvSpPr>
            <p:spPr>
              <a:xfrm>
                <a:off x="1388533" y="5220435"/>
                <a:ext cx="9357946" cy="13224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Note that if we know the pdf, we can calculate this probability exactly: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3&lt;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&lt;17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sup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den>
                              </m:f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=0.7.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31FAB3-7BAD-BD5E-2A6F-0F558E6B5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533" y="5220435"/>
                <a:ext cx="9357946" cy="1322478"/>
              </a:xfrm>
              <a:prstGeom prst="rect">
                <a:avLst/>
              </a:prstGeom>
              <a:blipFill>
                <a:blip r:embed="rId3"/>
                <a:stretch>
                  <a:fillRect l="-1084" t="-83019" b="-16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563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AD6C1-718C-CDDE-CDC2-9D8CBD62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Calculation rules for the expectation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4D9C80-3148-26EC-D7F9-CDD76C5548EB}"/>
              </a:ext>
            </a:extLst>
          </p:cNvPr>
          <p:cNvGrpSpPr/>
          <p:nvPr/>
        </p:nvGrpSpPr>
        <p:grpSpPr>
          <a:xfrm>
            <a:off x="736600" y="2167467"/>
            <a:ext cx="10617200" cy="3251200"/>
            <a:chOff x="736600" y="2167467"/>
            <a:chExt cx="10617200" cy="32512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B97635B-884E-7A78-96BA-A4FC1D04C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6600" y="2167467"/>
              <a:ext cx="10617200" cy="28956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8AEF26-CE87-7F7B-D4E3-1AE719E7FE32}"/>
                </a:ext>
              </a:extLst>
            </p:cNvPr>
            <p:cNvSpPr txBox="1"/>
            <p:nvPr/>
          </p:nvSpPr>
          <p:spPr>
            <a:xfrm>
              <a:off x="10075333" y="2912533"/>
              <a:ext cx="1278467" cy="250613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456073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A4803-9241-05C1-9431-0AECC670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1CD02-D3D2-CCAE-259C-A331D3B65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527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C8DD5-5255-0A7B-D46D-EFDE08B9D9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55132"/>
                <a:ext cx="10515600" cy="25738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Imagine that to arrive at the Marischal College bus stop, you first need to take bus M9, which arrives every 60 minutes. </a:t>
                </a:r>
              </a:p>
              <a:p>
                <a:pPr marL="514350" indent="-514350">
                  <a:buAutoNum type="alphaLcParenBoth"/>
                </a:pPr>
                <a:r>
                  <a:rPr lang="en-US" dirty="0"/>
                  <a:t>What is the total expected waiting time?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50"/>
                    </a:solidFill>
                  </a:rPr>
                  <a:t>(remember that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=10 </m:t>
                    </m:r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C8DD5-5255-0A7B-D46D-EFDE08B9D9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55132"/>
                <a:ext cx="10515600" cy="2573868"/>
              </a:xfrm>
              <a:blipFill>
                <a:blip r:embed="rId2"/>
                <a:stretch>
                  <a:fillRect l="-1206" t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96C95F-C58C-41B3-DE02-6145F85DEF06}"/>
                  </a:ext>
                </a:extLst>
              </p:cNvPr>
              <p:cNvSpPr txBox="1"/>
              <p:nvPr/>
            </p:nvSpPr>
            <p:spPr>
              <a:xfrm>
                <a:off x="838200" y="3777926"/>
                <a:ext cx="4903330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b="0" dirty="0">
                    <a:solidFill>
                      <a:srgbClr val="FF0000"/>
                    </a:solidFill>
                  </a:rPr>
                  <a:t>Waiting time for first bus: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sz="2400" b="0" dirty="0">
                  <a:solidFill>
                    <a:srgbClr val="FF0000"/>
                  </a:solidFill>
                </a:endParaRPr>
              </a:p>
              <a:p>
                <a:endParaRPr lang="en-GB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=30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Total waiting time: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GB" sz="2400" b="0" dirty="0"/>
              </a:p>
              <a:p>
                <a:endParaRPr lang="en-GB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=40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96C95F-C58C-41B3-DE02-6145F85DE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777926"/>
                <a:ext cx="4903330" cy="2677656"/>
              </a:xfrm>
              <a:prstGeom prst="rect">
                <a:avLst/>
              </a:prstGeom>
              <a:blipFill>
                <a:blip r:embed="rId3"/>
                <a:stretch>
                  <a:fillRect l="-2067" t="-1887" b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62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CC5FF-9BE9-48E2-E9C6-805EFD89C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85FE-7D4E-2354-852C-D934783FA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Calculation rules for the variance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E2457F-6C0D-9127-22B4-4B2F345D94C3}"/>
              </a:ext>
            </a:extLst>
          </p:cNvPr>
          <p:cNvGrpSpPr/>
          <p:nvPr/>
        </p:nvGrpSpPr>
        <p:grpSpPr>
          <a:xfrm>
            <a:off x="307918" y="2166937"/>
            <a:ext cx="11576164" cy="2828396"/>
            <a:chOff x="307918" y="2166937"/>
            <a:chExt cx="11576164" cy="282839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B38B8A1-5865-6BAA-80D6-7730D15D1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7918" y="2166937"/>
              <a:ext cx="11576164" cy="252412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80B318-8C94-F3BE-C7AF-E6E85E61753E}"/>
                </a:ext>
              </a:extLst>
            </p:cNvPr>
            <p:cNvSpPr txBox="1"/>
            <p:nvPr/>
          </p:nvSpPr>
          <p:spPr>
            <a:xfrm>
              <a:off x="10549467" y="2980267"/>
              <a:ext cx="1185333" cy="20150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750571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1FD3A-F36F-1C16-BDE9-0ABF497CB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Expectation and variance of arithmetic mean: </a:t>
            </a:r>
            <a:r>
              <a:rPr lang="en-US" dirty="0"/>
              <a:t>law of large numbers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26D9D1-4CB2-1B4F-8750-E30510129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7699"/>
            <a:ext cx="9372024" cy="11025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5582DA-F2BA-3D80-4F53-1B0832FF89E7}"/>
              </a:ext>
            </a:extLst>
          </p:cNvPr>
          <p:cNvSpPr txBox="1"/>
          <p:nvPr/>
        </p:nvSpPr>
        <p:spPr>
          <a:xfrm>
            <a:off x="665018" y="1690688"/>
            <a:ext cx="2064327" cy="6230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BF9B1-C366-B858-E2EE-953A45C4E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783" y="3837711"/>
            <a:ext cx="9625203" cy="189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5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C6353-B408-BF71-12A3-68B9558E2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959D15-3A28-1C8C-6492-6C92F9F2C446}"/>
              </a:ext>
            </a:extLst>
          </p:cNvPr>
          <p:cNvSpPr txBox="1"/>
          <p:nvPr/>
        </p:nvSpPr>
        <p:spPr>
          <a:xfrm>
            <a:off x="665018" y="1690688"/>
            <a:ext cx="2064327" cy="6230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860E86-0DD4-126F-836D-D83F7141C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50" y="1998528"/>
            <a:ext cx="9625203" cy="189623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F5E0608-34F0-82F6-F962-5FB1A938BB29}"/>
              </a:ext>
            </a:extLst>
          </p:cNvPr>
          <p:cNvGrpSpPr/>
          <p:nvPr/>
        </p:nvGrpSpPr>
        <p:grpSpPr>
          <a:xfrm>
            <a:off x="1060450" y="3691619"/>
            <a:ext cx="8202615" cy="1032129"/>
            <a:chOff x="1060450" y="3691619"/>
            <a:chExt cx="8202615" cy="103212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EF2B413-F0EB-965B-0BFE-E88E19511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0450" y="3691619"/>
              <a:ext cx="3096387" cy="103212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2F370BD-F580-0901-4172-0DE1363F07D0}"/>
                </a:ext>
              </a:extLst>
            </p:cNvPr>
            <p:cNvSpPr txBox="1"/>
            <p:nvPr/>
          </p:nvSpPr>
          <p:spPr>
            <a:xfrm>
              <a:off x="6337584" y="4023017"/>
              <a:ext cx="2925481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Expected value of the mean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9EA118-0498-FF99-3F0C-B9B17F0FB677}"/>
              </a:ext>
            </a:extLst>
          </p:cNvPr>
          <p:cNvGrpSpPr/>
          <p:nvPr/>
        </p:nvGrpSpPr>
        <p:grpSpPr>
          <a:xfrm>
            <a:off x="1060450" y="5099731"/>
            <a:ext cx="7881853" cy="1008126"/>
            <a:chOff x="1060450" y="5099731"/>
            <a:chExt cx="7881853" cy="100812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670C5B8-1AE6-BE50-4393-9A84AEEFE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0450" y="5099731"/>
              <a:ext cx="3720465" cy="100812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CDC631B-B7C9-E547-A5F9-81EF4CC2A425}"/>
                </a:ext>
              </a:extLst>
            </p:cNvPr>
            <p:cNvSpPr txBox="1"/>
            <p:nvPr/>
          </p:nvSpPr>
          <p:spPr>
            <a:xfrm>
              <a:off x="6658344" y="5419128"/>
              <a:ext cx="228395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Variance of the mean</a:t>
              </a: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7299408F-4536-F3A0-6676-7596EA7C9B5F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rgbClr val="0070C0"/>
                </a:solidFill>
              </a:rPr>
              <a:t>Expectation and variance of arithmetic mean: </a:t>
            </a:r>
            <a:r>
              <a:rPr lang="en-US"/>
              <a:t>law of large numbers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02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C8764-CD7F-EC2E-F171-D0C43356C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5913A-DA32-CC9D-6A31-8722C8728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092"/>
            <a:ext cx="10515600" cy="210290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toss a coin 10 times. </a:t>
            </a:r>
          </a:p>
          <a:p>
            <a:pPr marL="514350" indent="-514350">
              <a:buAutoNum type="alphaLcParenBoth"/>
            </a:pPr>
            <a:r>
              <a:rPr lang="en-US" dirty="0"/>
              <a:t>What is the expected value for the mean and what is the standard deviation of the mean? </a:t>
            </a:r>
          </a:p>
          <a:p>
            <a:pPr marL="514350" indent="-514350">
              <a:buAutoNum type="alphaLcParenBoth"/>
            </a:pPr>
            <a:r>
              <a:rPr lang="en-US" dirty="0"/>
              <a:t>And when we toss the coin 100 times?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CD1346-86A4-9DD1-5F87-ACA1FC76701C}"/>
                  </a:ext>
                </a:extLst>
              </p:cNvPr>
              <p:cNvSpPr txBox="1"/>
              <p:nvPr/>
            </p:nvSpPr>
            <p:spPr>
              <a:xfrm>
                <a:off x="838200" y="3429000"/>
                <a:ext cx="8535670" cy="2382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We define the discrete random variable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0,  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𝑖𝑠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𝑡𝑎𝑖𝑙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1,  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𝑖𝑠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h𝑒𝑎𝑑</m:t>
                            </m:r>
                          </m:e>
                        </m:eqArr>
                      </m:e>
                    </m:d>
                  </m:oMath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0−</m:t>
                              </m:r>
                              <m:f>
                                <m:f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=0.25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CD1346-86A4-9DD1-5F87-ACA1FC767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9000"/>
                <a:ext cx="8535670" cy="2382319"/>
              </a:xfrm>
              <a:prstGeom prst="rect">
                <a:avLst/>
              </a:prstGeom>
              <a:blipFill>
                <a:blip r:embed="rId2"/>
                <a:stretch>
                  <a:fillRect l="-1189" t="-77128" b="-50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0097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F2642C-8214-5E93-25E4-45BE5FC590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52412"/>
                <a:ext cx="10515600" cy="63531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If we toss the coin n times, the expected value, according to the formula,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Hence, the expected value is independent of the number of times we toss the coin. Now we calculate the variance of the mean: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Hence, if we toss the coin 10 times, the variance of the mean is equal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en-US" sz="2400" dirty="0"/>
                  <a:t> and the standard deviation is approximately equal to 0.16.</a:t>
                </a:r>
              </a:p>
              <a:p>
                <a:pPr marL="0" indent="0">
                  <a:buNone/>
                </a:pPr>
                <a:r>
                  <a:rPr lang="en-US" sz="2400" dirty="0"/>
                  <a:t>If we toss the coin 100 times, the variance of </a:t>
                </a:r>
                <a:r>
                  <a:rPr lang="en-US" sz="2400"/>
                  <a:t>the mean is </a:t>
                </a:r>
                <a:r>
                  <a:rPr lang="en-US" sz="2400" dirty="0"/>
                  <a:t>equal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=0.0025</m:t>
                    </m:r>
                  </m:oMath>
                </a14:m>
                <a:r>
                  <a:rPr lang="en-US" sz="2400" dirty="0"/>
                  <a:t> and the standard deviation is equal to 0.05.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dirty="0"/>
                  <a:t>Hence, the more times we toss the coin (</a:t>
                </a:r>
                <a:r>
                  <a:rPr lang="en-US" dirty="0">
                    <a:solidFill>
                      <a:srgbClr val="FF0000"/>
                    </a:solidFill>
                  </a:rPr>
                  <a:t>the larger our sample size</a:t>
                </a:r>
                <a:r>
                  <a:rPr lang="en-US" dirty="0"/>
                  <a:t>), </a:t>
                </a:r>
                <a:r>
                  <a:rPr lang="en-US" dirty="0">
                    <a:solidFill>
                      <a:srgbClr val="FF0000"/>
                    </a:solidFill>
                  </a:rPr>
                  <a:t>the higher the precision, and hence, the more secure we are about our conclusions.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F2642C-8214-5E93-25E4-45BE5FC590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52412"/>
                <a:ext cx="10515600" cy="6353175"/>
              </a:xfrm>
              <a:blipFill>
                <a:blip r:embed="rId2"/>
                <a:stretch>
                  <a:fillRect l="-1206" t="-14542" r="-1809" b="-19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96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B8A3E-B233-25C0-C1E6-DD956C619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127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Covariance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CBFFD0-CF0C-6FF3-07A9-28E891A82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54" y="1148821"/>
            <a:ext cx="9256224" cy="10646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DAA3E3-74B7-BFDA-63CD-96EE9873A3AC}"/>
              </a:ext>
            </a:extLst>
          </p:cNvPr>
          <p:cNvSpPr txBox="1"/>
          <p:nvPr/>
        </p:nvSpPr>
        <p:spPr>
          <a:xfrm>
            <a:off x="1247754" y="2213504"/>
            <a:ext cx="102330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Covariance is positive if on average, larger values of X correspond to larger values of Y.</a:t>
            </a:r>
          </a:p>
          <a:p>
            <a:r>
              <a:rPr lang="en-US" sz="2400" dirty="0"/>
              <a:t>Covariance is negative if on average, larger values of X correspond to smaller values of 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9F2E35-BB0A-952F-0A9E-1EE58BF38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937" y="4939505"/>
            <a:ext cx="10352863" cy="15393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C48740-1623-B497-7645-4660822884C0}"/>
              </a:ext>
            </a:extLst>
          </p:cNvPr>
          <p:cNvSpPr txBox="1"/>
          <p:nvPr/>
        </p:nvSpPr>
        <p:spPr>
          <a:xfrm>
            <a:off x="1247754" y="4343048"/>
            <a:ext cx="259846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Covariance matrix</a:t>
            </a:r>
          </a:p>
        </p:txBody>
      </p:sp>
    </p:spTree>
    <p:extLst>
      <p:ext uri="{BB962C8B-B14F-4D97-AF65-F5344CB8AC3E}">
        <p14:creationId xmlns:p14="http://schemas.microsoft.com/office/powerpoint/2010/main" val="65009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B9D20-9D08-831C-B2A5-EE996597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03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Covariance: properties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AB6AC4-D7DE-F713-E0EE-D7DD82A75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17" y="1434465"/>
            <a:ext cx="4229100" cy="5257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6B2597-560B-93C3-F407-AAD01341F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85" y="2149475"/>
            <a:ext cx="4023360" cy="45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CA11D3-FF30-8E22-315B-86F1A91E3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84" y="2845435"/>
            <a:ext cx="6492240" cy="388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8D0B50-20E0-6E2A-FD5A-5B5F11576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133" y="3576109"/>
            <a:ext cx="11155680" cy="8458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A6B4F8-EC30-4C40-A744-FA1B75A63B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584" y="4799545"/>
            <a:ext cx="11704320" cy="1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9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0A6EF-469C-E078-D1EA-19F0E958F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Variance of the sum of two random 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EC7A50-44ED-6D1C-BDB0-E41A9654C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337" y="2089150"/>
            <a:ext cx="9315325" cy="10604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C0E794-C9C8-F559-2103-E95490D33C38}"/>
                  </a:ext>
                </a:extLst>
              </p:cNvPr>
              <p:cNvSpPr txBox="1"/>
              <p:nvPr/>
            </p:nvSpPr>
            <p:spPr>
              <a:xfrm>
                <a:off x="1286933" y="4013200"/>
                <a:ext cx="1024808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Hence, </a:t>
                </a:r>
                <a:r>
                  <a:rPr lang="en-US" sz="3200" dirty="0">
                    <a:solidFill>
                      <a:srgbClr val="FF0000"/>
                    </a:solidFill>
                  </a:rPr>
                  <a:t>if X and Y are independent</a:t>
                </a:r>
                <a:r>
                  <a:rPr lang="en-US" sz="3200" dirty="0"/>
                  <a:t>, their covariance is equal to 0, and it follows: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C0E794-C9C8-F559-2103-E95490D33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933" y="4013200"/>
                <a:ext cx="10248088" cy="1569660"/>
              </a:xfrm>
              <a:prstGeom prst="rect">
                <a:avLst/>
              </a:prstGeom>
              <a:blipFill>
                <a:blip r:embed="rId3"/>
                <a:stretch>
                  <a:fillRect l="-1485" t="-4000" b="-7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56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29413-0B40-9221-E17E-AA8FB47AE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527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6ABFBD-0485-1010-9D4E-DF5009D71C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55132"/>
                <a:ext cx="10515600" cy="25738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Imagine that to arrive at the Marischal College bus stop, you first need to take bus M9, which arrives every 60 minutes. </a:t>
                </a:r>
              </a:p>
              <a:p>
                <a:pPr marL="514350" indent="-514350">
                  <a:buAutoNum type="alphaLcParenBoth"/>
                </a:pPr>
                <a:r>
                  <a:rPr lang="en-US" dirty="0"/>
                  <a:t>What is the total expected waiting time?</a:t>
                </a:r>
              </a:p>
              <a:p>
                <a:pPr marL="514350" indent="-514350">
                  <a:buAutoNum type="alphaLcParenBoth"/>
                </a:pPr>
                <a:r>
                  <a:rPr lang="en-US" dirty="0"/>
                  <a:t>What is the standard deviation of the total waiting time?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50"/>
                    </a:solidFill>
                  </a:rPr>
                  <a:t>(remember that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=10 </m:t>
                    </m:r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=100/3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6ABFBD-0485-1010-9D4E-DF5009D71C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55132"/>
                <a:ext cx="10515600" cy="2573868"/>
              </a:xfrm>
              <a:blipFill>
                <a:blip r:embed="rId2"/>
                <a:stretch>
                  <a:fillRect l="-1206" t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82A034-1A75-5A65-152C-9A4273BA1D78}"/>
                  </a:ext>
                </a:extLst>
              </p:cNvPr>
              <p:cNvSpPr txBox="1"/>
              <p:nvPr/>
            </p:nvSpPr>
            <p:spPr>
              <a:xfrm>
                <a:off x="838200" y="3777926"/>
                <a:ext cx="10958962" cy="3080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b="0" dirty="0">
                    <a:solidFill>
                      <a:srgbClr val="FF0000"/>
                    </a:solidFill>
                  </a:rPr>
                  <a:t>Waiting time for first bus: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sz="2400" b="0" dirty="0">
                  <a:solidFill>
                    <a:srgbClr val="FF0000"/>
                  </a:solidFill>
                </a:endParaRPr>
              </a:p>
              <a:p>
                <a:endParaRPr lang="en-GB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=30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Total waiting time: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GB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=40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(3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+9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)=10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rad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≅18.25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82A034-1A75-5A65-152C-9A4273BA1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777926"/>
                <a:ext cx="10958962" cy="3080074"/>
              </a:xfrm>
              <a:prstGeom prst="rect">
                <a:avLst/>
              </a:prstGeom>
              <a:blipFill>
                <a:blip r:embed="rId3"/>
                <a:stretch>
                  <a:fillRect l="-927" t="-1646" b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03176E5E-17B0-06AA-941B-D7ABEAADC272}"/>
              </a:ext>
            </a:extLst>
          </p:cNvPr>
          <p:cNvGrpSpPr/>
          <p:nvPr/>
        </p:nvGrpSpPr>
        <p:grpSpPr>
          <a:xfrm>
            <a:off x="2709333" y="5285695"/>
            <a:ext cx="6958945" cy="573238"/>
            <a:chOff x="2709333" y="5285695"/>
            <a:chExt cx="6958945" cy="57323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70C038-EB4E-2EB6-0A0C-CC4188BAFA30}"/>
                </a:ext>
              </a:extLst>
            </p:cNvPr>
            <p:cNvSpPr txBox="1"/>
            <p:nvPr/>
          </p:nvSpPr>
          <p:spPr>
            <a:xfrm>
              <a:off x="6317681" y="5285695"/>
              <a:ext cx="3350597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only true if X and Y independent 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613EAA0-0479-E1F3-7592-4AD3877EB525}"/>
                </a:ext>
              </a:extLst>
            </p:cNvPr>
            <p:cNvCxnSpPr/>
            <p:nvPr/>
          </p:nvCxnSpPr>
          <p:spPr>
            <a:xfrm flipH="1">
              <a:off x="2709333" y="5520267"/>
              <a:ext cx="3608348" cy="3386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8397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848DDD-E259-60A6-04E4-8CCE46794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7293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Correlation coefficient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B22E8B-970F-3F30-78BB-A12A166A1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199" y="924040"/>
            <a:ext cx="5524500" cy="17487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67B9E9-540F-6944-CB65-590795146CAE}"/>
              </a:ext>
            </a:extLst>
          </p:cNvPr>
          <p:cNvSpPr txBox="1"/>
          <p:nvPr/>
        </p:nvSpPr>
        <p:spPr>
          <a:xfrm>
            <a:off x="1144274" y="2718091"/>
            <a:ext cx="102095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It measures the degree of the </a:t>
            </a:r>
            <a:r>
              <a:rPr lang="en-US" sz="2800" dirty="0">
                <a:solidFill>
                  <a:srgbClr val="FF0000"/>
                </a:solidFill>
              </a:rPr>
              <a:t>linear relationship </a:t>
            </a:r>
            <a:r>
              <a:rPr lang="en-US" sz="2800" dirty="0"/>
              <a:t>between X and Y.</a:t>
            </a:r>
          </a:p>
          <a:p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9091E8-55FB-D3B4-48B6-4307B2CAB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274" y="3491011"/>
            <a:ext cx="3599545" cy="5418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FA9892-0EC5-B682-EF50-6BFE84082B0D}"/>
                  </a:ext>
                </a:extLst>
              </p:cNvPr>
              <p:cNvSpPr txBox="1"/>
              <p:nvPr/>
            </p:nvSpPr>
            <p:spPr>
              <a:xfrm>
                <a:off x="803794" y="5361043"/>
                <a:ext cx="10890486" cy="95410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800" dirty="0"/>
                  <a:t> are independent, they are uncorrelated. However, if they are uncorrelated, it does not mean that they are necessarily independent.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FA9892-0EC5-B682-EF50-6BFE84082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94" y="5361043"/>
                <a:ext cx="10890486" cy="954107"/>
              </a:xfrm>
              <a:prstGeom prst="rect">
                <a:avLst/>
              </a:prstGeom>
              <a:blipFill>
                <a:blip r:embed="rId4"/>
                <a:stretch>
                  <a:fillRect l="-1166" t="-5195" r="-1282" b="-1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CF0AB8-2E2E-93D9-5F70-17D759C01459}"/>
                  </a:ext>
                </a:extLst>
              </p:cNvPr>
              <p:cNvSpPr txBox="1"/>
              <p:nvPr/>
            </p:nvSpPr>
            <p:spPr>
              <a:xfrm>
                <a:off x="1144274" y="4278094"/>
                <a:ext cx="8154476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, we say that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800" dirty="0"/>
                  <a:t> are uncorrelated.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CF0AB8-2E2E-93D9-5F70-17D759C01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274" y="4278094"/>
                <a:ext cx="8154476" cy="954107"/>
              </a:xfrm>
              <a:prstGeom prst="rect">
                <a:avLst/>
              </a:prstGeom>
              <a:blipFill>
                <a:blip r:embed="rId5"/>
                <a:stretch>
                  <a:fillRect l="-1558" t="-6579" r="-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495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1679</TotalTime>
  <Words>1514</Words>
  <Application>Microsoft Macintosh PowerPoint</Application>
  <PresentationFormat>Widescreen</PresentationFormat>
  <Paragraphs>159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Cambria Math</vt:lpstr>
      <vt:lpstr>Office Theme</vt:lpstr>
      <vt:lpstr>Random variables</vt:lpstr>
      <vt:lpstr>Motivation</vt:lpstr>
      <vt:lpstr>Random variable</vt:lpstr>
      <vt:lpstr>Random variables</vt:lpstr>
      <vt:lpstr>Cumulative distribution function (CDF)</vt:lpstr>
      <vt:lpstr>Probability Density Function (PDF): continuous variables</vt:lpstr>
      <vt:lpstr>Probability Density Function (PDF)</vt:lpstr>
      <vt:lpstr>Probability Density Function (PDF)</vt:lpstr>
      <vt:lpstr>PowerPoint Presentation</vt:lpstr>
      <vt:lpstr>Probability Density Function (PDF): properties</vt:lpstr>
      <vt:lpstr>Probability Density Function (PDF)</vt:lpstr>
      <vt:lpstr>Example</vt:lpstr>
      <vt:lpstr>Discrete variables</vt:lpstr>
      <vt:lpstr>Probability Mass Function (PMF)</vt:lpstr>
      <vt:lpstr>Cumulative Distribution Function (CDF): discrete random variables</vt:lpstr>
      <vt:lpstr>Example: rolling a die</vt:lpstr>
      <vt:lpstr>Expected value</vt:lpstr>
      <vt:lpstr>Expected value</vt:lpstr>
      <vt:lpstr>Example</vt:lpstr>
      <vt:lpstr>Example</vt:lpstr>
      <vt:lpstr>Variance and standard deviation</vt:lpstr>
      <vt:lpstr>Example</vt:lpstr>
      <vt:lpstr>Quantiles </vt:lpstr>
      <vt:lpstr>Quantiles </vt:lpstr>
      <vt:lpstr>Tschebyschev’s inequality</vt:lpstr>
      <vt:lpstr>Tschebyschev’s inequality: example</vt:lpstr>
      <vt:lpstr>Calculation rules for the expectation</vt:lpstr>
      <vt:lpstr>Example:</vt:lpstr>
      <vt:lpstr>Calculation rules for the variance</vt:lpstr>
      <vt:lpstr>Expectation and variance of arithmetic mean: law of large numbers</vt:lpstr>
      <vt:lpstr>PowerPoint Presentation</vt:lpstr>
      <vt:lpstr>Example:</vt:lpstr>
      <vt:lpstr>PowerPoint Presentation</vt:lpstr>
      <vt:lpstr>Covariance</vt:lpstr>
      <vt:lpstr>Covariance: properties</vt:lpstr>
      <vt:lpstr>Variance of the sum of two random variables</vt:lpstr>
      <vt:lpstr>Example:</vt:lpstr>
      <vt:lpstr>Correlation coefficient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Carmen Romano</dc:creator>
  <cp:lastModifiedBy>Maria Carmen Romano</cp:lastModifiedBy>
  <cp:revision>1</cp:revision>
  <dcterms:created xsi:type="dcterms:W3CDTF">2025-01-31T06:21:41Z</dcterms:created>
  <dcterms:modified xsi:type="dcterms:W3CDTF">2025-03-16T08:32:21Z</dcterms:modified>
</cp:coreProperties>
</file>