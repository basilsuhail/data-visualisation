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0" r:id="rId3"/>
    <p:sldId id="257" r:id="rId4"/>
    <p:sldId id="261" r:id="rId5"/>
    <p:sldId id="262" r:id="rId6"/>
    <p:sldId id="298" r:id="rId7"/>
    <p:sldId id="299" r:id="rId8"/>
    <p:sldId id="300" r:id="rId9"/>
    <p:sldId id="293" r:id="rId10"/>
    <p:sldId id="316" r:id="rId11"/>
    <p:sldId id="294" r:id="rId12"/>
    <p:sldId id="317" r:id="rId13"/>
    <p:sldId id="264" r:id="rId14"/>
    <p:sldId id="266" r:id="rId15"/>
    <p:sldId id="267" r:id="rId16"/>
    <p:sldId id="268" r:id="rId17"/>
    <p:sldId id="258" r:id="rId18"/>
    <p:sldId id="318" r:id="rId19"/>
    <p:sldId id="331" r:id="rId20"/>
    <p:sldId id="319" r:id="rId21"/>
    <p:sldId id="320" r:id="rId22"/>
    <p:sldId id="321" r:id="rId23"/>
    <p:sldId id="322" r:id="rId24"/>
    <p:sldId id="323" r:id="rId25"/>
    <p:sldId id="324" r:id="rId26"/>
    <p:sldId id="325" r:id="rId27"/>
    <p:sldId id="326" r:id="rId28"/>
    <p:sldId id="327" r:id="rId29"/>
    <p:sldId id="329" r:id="rId30"/>
    <p:sldId id="330" r:id="rId31"/>
    <p:sldId id="28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22C6E9-851C-174F-9250-FA28CE85DDAD}" v="3140" dt="2025-03-16T08:18:49.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804"/>
  </p:normalViewPr>
  <p:slideViewPr>
    <p:cSldViewPr snapToGrid="0">
      <p:cViewPr varScale="1">
        <p:scale>
          <a:sx n="95" d="100"/>
          <a:sy n="95" d="100"/>
        </p:scale>
        <p:origin x="6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mano, M. Carmen" userId="aa8fdb40-17a6-4858-bc4e-f32e31186fd2" providerId="ADAL" clId="{6222C6E9-851C-174F-9250-FA28CE85DDAD}"/>
    <pc:docChg chg="undo custSel addSld delSld modSld">
      <pc:chgData name="Romano, M. Carmen" userId="aa8fdb40-17a6-4858-bc4e-f32e31186fd2" providerId="ADAL" clId="{6222C6E9-851C-174F-9250-FA28CE85DDAD}" dt="2025-03-16T08:23:24.184" v="4989" actId="2696"/>
      <pc:docMkLst>
        <pc:docMk/>
      </pc:docMkLst>
      <pc:sldChg chg="modSp mod">
        <pc:chgData name="Romano, M. Carmen" userId="aa8fdb40-17a6-4858-bc4e-f32e31186fd2" providerId="ADAL" clId="{6222C6E9-851C-174F-9250-FA28CE85DDAD}" dt="2025-02-02T14:28:29.246" v="1" actId="20577"/>
        <pc:sldMkLst>
          <pc:docMk/>
          <pc:sldMk cId="3013747026" sldId="257"/>
        </pc:sldMkLst>
        <pc:spChg chg="mod">
          <ac:chgData name="Romano, M. Carmen" userId="aa8fdb40-17a6-4858-bc4e-f32e31186fd2" providerId="ADAL" clId="{6222C6E9-851C-174F-9250-FA28CE85DDAD}" dt="2025-02-02T14:28:29.246" v="1" actId="20577"/>
          <ac:spMkLst>
            <pc:docMk/>
            <pc:sldMk cId="3013747026" sldId="257"/>
            <ac:spMk id="3" creationId="{C45C1240-A4DD-CC70-292B-158BC7BB60EB}"/>
          </ac:spMkLst>
        </pc:spChg>
      </pc:sldChg>
      <pc:sldChg chg="modSp mod">
        <pc:chgData name="Romano, M. Carmen" userId="aa8fdb40-17a6-4858-bc4e-f32e31186fd2" providerId="ADAL" clId="{6222C6E9-851C-174F-9250-FA28CE85DDAD}" dt="2025-02-05T06:53:33.805" v="4656" actId="20577"/>
        <pc:sldMkLst>
          <pc:docMk/>
          <pc:sldMk cId="358499770" sldId="258"/>
        </pc:sldMkLst>
        <pc:spChg chg="mod">
          <ac:chgData name="Romano, M. Carmen" userId="aa8fdb40-17a6-4858-bc4e-f32e31186fd2" providerId="ADAL" clId="{6222C6E9-851C-174F-9250-FA28CE85DDAD}" dt="2025-02-05T06:53:33.805" v="4656" actId="20577"/>
          <ac:spMkLst>
            <pc:docMk/>
            <pc:sldMk cId="358499770" sldId="258"/>
            <ac:spMk id="3" creationId="{4E6171B4-315A-A29C-9BE6-BDA979C373F7}"/>
          </ac:spMkLst>
        </pc:spChg>
      </pc:sldChg>
      <pc:sldChg chg="addSp delSp modSp add del mod">
        <pc:chgData name="Romano, M. Carmen" userId="aa8fdb40-17a6-4858-bc4e-f32e31186fd2" providerId="ADAL" clId="{6222C6E9-851C-174F-9250-FA28CE85DDAD}" dt="2025-03-16T08:23:24.099" v="4982" actId="2696"/>
        <pc:sldMkLst>
          <pc:docMk/>
          <pc:sldMk cId="3446684883" sldId="259"/>
        </pc:sldMkLst>
        <pc:spChg chg="mod">
          <ac:chgData name="Romano, M. Carmen" userId="aa8fdb40-17a6-4858-bc4e-f32e31186fd2" providerId="ADAL" clId="{6222C6E9-851C-174F-9250-FA28CE85DDAD}" dt="2025-02-04T06:18:41.845" v="3326" actId="20577"/>
          <ac:spMkLst>
            <pc:docMk/>
            <pc:sldMk cId="3446684883" sldId="259"/>
            <ac:spMk id="2" creationId="{03FC680B-99D3-A472-C3B2-AC03B6479225}"/>
          </ac:spMkLst>
        </pc:spChg>
        <pc:spChg chg="mod">
          <ac:chgData name="Romano, M. Carmen" userId="aa8fdb40-17a6-4858-bc4e-f32e31186fd2" providerId="ADAL" clId="{6222C6E9-851C-174F-9250-FA28CE85DDAD}" dt="2025-02-04T06:19:44.953" v="3356" actId="20577"/>
          <ac:spMkLst>
            <pc:docMk/>
            <pc:sldMk cId="3446684883" sldId="259"/>
            <ac:spMk id="3" creationId="{E7E95C69-3610-BCEA-694C-75C48EE6BCA1}"/>
          </ac:spMkLst>
        </pc:spChg>
      </pc:sldChg>
      <pc:sldChg chg="modSp mod">
        <pc:chgData name="Romano, M. Carmen" userId="aa8fdb40-17a6-4858-bc4e-f32e31186fd2" providerId="ADAL" clId="{6222C6E9-851C-174F-9250-FA28CE85DDAD}" dt="2025-03-16T08:23:00.970" v="4981" actId="207"/>
        <pc:sldMkLst>
          <pc:docMk/>
          <pc:sldMk cId="737249577" sldId="260"/>
        </pc:sldMkLst>
        <pc:spChg chg="mod">
          <ac:chgData name="Romano, M. Carmen" userId="aa8fdb40-17a6-4858-bc4e-f32e31186fd2" providerId="ADAL" clId="{6222C6E9-851C-174F-9250-FA28CE85DDAD}" dt="2025-03-16T08:23:00.970" v="4981" actId="207"/>
          <ac:spMkLst>
            <pc:docMk/>
            <pc:sldMk cId="737249577" sldId="260"/>
            <ac:spMk id="3" creationId="{3C23551C-2F20-37C7-FC96-4DAF1FF65584}"/>
          </ac:spMkLst>
        </pc:spChg>
      </pc:sldChg>
      <pc:sldChg chg="modSp modAnim">
        <pc:chgData name="Romano, M. Carmen" userId="aa8fdb40-17a6-4858-bc4e-f32e31186fd2" providerId="ADAL" clId="{6222C6E9-851C-174F-9250-FA28CE85DDAD}" dt="2025-03-16T06:15:59.415" v="4930" actId="207"/>
        <pc:sldMkLst>
          <pc:docMk/>
          <pc:sldMk cId="1589364702" sldId="261"/>
        </pc:sldMkLst>
        <pc:spChg chg="mod">
          <ac:chgData name="Romano, M. Carmen" userId="aa8fdb40-17a6-4858-bc4e-f32e31186fd2" providerId="ADAL" clId="{6222C6E9-851C-174F-9250-FA28CE85DDAD}" dt="2025-03-16T06:15:59.415" v="4930" actId="207"/>
          <ac:spMkLst>
            <pc:docMk/>
            <pc:sldMk cId="1589364702" sldId="261"/>
            <ac:spMk id="3" creationId="{54D892AA-BCCB-554B-E233-EE740BAD830B}"/>
          </ac:spMkLst>
        </pc:spChg>
      </pc:sldChg>
      <pc:sldChg chg="modSp add mod modAnim">
        <pc:chgData name="Romano, M. Carmen" userId="aa8fdb40-17a6-4858-bc4e-f32e31186fd2" providerId="ADAL" clId="{6222C6E9-851C-174F-9250-FA28CE85DDAD}" dt="2025-02-03T06:04:29.591" v="1866" actId="113"/>
        <pc:sldMkLst>
          <pc:docMk/>
          <pc:sldMk cId="3016494264" sldId="264"/>
        </pc:sldMkLst>
        <pc:spChg chg="mod">
          <ac:chgData name="Romano, M. Carmen" userId="aa8fdb40-17a6-4858-bc4e-f32e31186fd2" providerId="ADAL" clId="{6222C6E9-851C-174F-9250-FA28CE85DDAD}" dt="2025-02-03T06:04:29.591" v="1866" actId="113"/>
          <ac:spMkLst>
            <pc:docMk/>
            <pc:sldMk cId="3016494264" sldId="264"/>
            <ac:spMk id="5" creationId="{347E5F39-E82D-844A-9E5D-5EE433372DF7}"/>
          </ac:spMkLst>
        </pc:spChg>
        <pc:spChg chg="mod">
          <ac:chgData name="Romano, M. Carmen" userId="aa8fdb40-17a6-4858-bc4e-f32e31186fd2" providerId="ADAL" clId="{6222C6E9-851C-174F-9250-FA28CE85DDAD}" dt="2025-02-02T14:41:23.059" v="211" actId="255"/>
          <ac:spMkLst>
            <pc:docMk/>
            <pc:sldMk cId="3016494264" sldId="264"/>
            <ac:spMk id="6" creationId="{8B605CD6-10E3-374B-AA25-2F73CD1AF00E}"/>
          </ac:spMkLst>
        </pc:spChg>
      </pc:sldChg>
      <pc:sldChg chg="addSp modSp add mod modAnim">
        <pc:chgData name="Romano, M. Carmen" userId="aa8fdb40-17a6-4858-bc4e-f32e31186fd2" providerId="ADAL" clId="{6222C6E9-851C-174F-9250-FA28CE85DDAD}" dt="2025-02-02T14:36:12.652" v="162"/>
        <pc:sldMkLst>
          <pc:docMk/>
          <pc:sldMk cId="1819906479" sldId="266"/>
        </pc:sldMkLst>
        <pc:spChg chg="mod">
          <ac:chgData name="Romano, M. Carmen" userId="aa8fdb40-17a6-4858-bc4e-f32e31186fd2" providerId="ADAL" clId="{6222C6E9-851C-174F-9250-FA28CE85DDAD}" dt="2025-02-02T14:35:36.607" v="157" actId="207"/>
          <ac:spMkLst>
            <pc:docMk/>
            <pc:sldMk cId="1819906479" sldId="266"/>
            <ac:spMk id="2" creationId="{E19B30C1-B2B0-CC4D-BE7A-FD896073001A}"/>
          </ac:spMkLst>
        </pc:spChg>
        <pc:spChg chg="mod">
          <ac:chgData name="Romano, M. Carmen" userId="aa8fdb40-17a6-4858-bc4e-f32e31186fd2" providerId="ADAL" clId="{6222C6E9-851C-174F-9250-FA28CE85DDAD}" dt="2025-02-02T14:34:04.976" v="155" actId="948"/>
          <ac:spMkLst>
            <pc:docMk/>
            <pc:sldMk cId="1819906479" sldId="266"/>
            <ac:spMk id="3" creationId="{DD54BBA7-6BDD-CF4C-BEED-C4AF10DD9497}"/>
          </ac:spMkLst>
        </pc:spChg>
        <pc:spChg chg="mod">
          <ac:chgData name="Romano, M. Carmen" userId="aa8fdb40-17a6-4858-bc4e-f32e31186fd2" providerId="ADAL" clId="{6222C6E9-851C-174F-9250-FA28CE85DDAD}" dt="2025-02-02T14:33:47.331" v="152" actId="1076"/>
          <ac:spMkLst>
            <pc:docMk/>
            <pc:sldMk cId="1819906479" sldId="266"/>
            <ac:spMk id="4" creationId="{5820EA70-C4AC-3540-ADCE-6B59A5248636}"/>
          </ac:spMkLst>
        </pc:spChg>
        <pc:spChg chg="add mod">
          <ac:chgData name="Romano, M. Carmen" userId="aa8fdb40-17a6-4858-bc4e-f32e31186fd2" providerId="ADAL" clId="{6222C6E9-851C-174F-9250-FA28CE85DDAD}" dt="2025-02-02T14:33:38.152" v="150" actId="255"/>
          <ac:spMkLst>
            <pc:docMk/>
            <pc:sldMk cId="1819906479" sldId="266"/>
            <ac:spMk id="5" creationId="{143B76ED-B237-B026-6F3F-4F8AE10C4606}"/>
          </ac:spMkLst>
        </pc:spChg>
        <pc:picChg chg="mod">
          <ac:chgData name="Romano, M. Carmen" userId="aa8fdb40-17a6-4858-bc4e-f32e31186fd2" providerId="ADAL" clId="{6222C6E9-851C-174F-9250-FA28CE85DDAD}" dt="2025-02-02T14:34:10.348" v="156" actId="14100"/>
          <ac:picMkLst>
            <pc:docMk/>
            <pc:sldMk cId="1819906479" sldId="266"/>
            <ac:picMk id="6" creationId="{585F8D34-D9B2-984A-BDC5-E643819F08A6}"/>
          </ac:picMkLst>
        </pc:picChg>
      </pc:sldChg>
      <pc:sldChg chg="modSp add mod modAnim">
        <pc:chgData name="Romano, M. Carmen" userId="aa8fdb40-17a6-4858-bc4e-f32e31186fd2" providerId="ADAL" clId="{6222C6E9-851C-174F-9250-FA28CE85DDAD}" dt="2025-02-02T14:38:55.046" v="207"/>
        <pc:sldMkLst>
          <pc:docMk/>
          <pc:sldMk cId="1580925029" sldId="267"/>
        </pc:sldMkLst>
        <pc:spChg chg="mod">
          <ac:chgData name="Romano, M. Carmen" userId="aa8fdb40-17a6-4858-bc4e-f32e31186fd2" providerId="ADAL" clId="{6222C6E9-851C-174F-9250-FA28CE85DDAD}" dt="2025-02-02T14:36:37.192" v="163" actId="207"/>
          <ac:spMkLst>
            <pc:docMk/>
            <pc:sldMk cId="1580925029" sldId="267"/>
            <ac:spMk id="2" creationId="{E19B30C1-B2B0-CC4D-BE7A-FD896073001A}"/>
          </ac:spMkLst>
        </pc:spChg>
        <pc:spChg chg="mod">
          <ac:chgData name="Romano, M. Carmen" userId="aa8fdb40-17a6-4858-bc4e-f32e31186fd2" providerId="ADAL" clId="{6222C6E9-851C-174F-9250-FA28CE85DDAD}" dt="2025-02-02T14:38:31.638" v="202" actId="113"/>
          <ac:spMkLst>
            <pc:docMk/>
            <pc:sldMk cId="1580925029" sldId="267"/>
            <ac:spMk id="3" creationId="{DD54BBA7-6BDD-CF4C-BEED-C4AF10DD9497}"/>
          </ac:spMkLst>
        </pc:spChg>
        <pc:spChg chg="mod">
          <ac:chgData name="Romano, M. Carmen" userId="aa8fdb40-17a6-4858-bc4e-f32e31186fd2" providerId="ADAL" clId="{6222C6E9-851C-174F-9250-FA28CE85DDAD}" dt="2025-02-02T14:37:48.183" v="193" actId="1076"/>
          <ac:spMkLst>
            <pc:docMk/>
            <pc:sldMk cId="1580925029" sldId="267"/>
            <ac:spMk id="4" creationId="{5820EA70-C4AC-3540-ADCE-6B59A5248636}"/>
          </ac:spMkLst>
        </pc:spChg>
        <pc:picChg chg="mod">
          <ac:chgData name="Romano, M. Carmen" userId="aa8fdb40-17a6-4858-bc4e-f32e31186fd2" providerId="ADAL" clId="{6222C6E9-851C-174F-9250-FA28CE85DDAD}" dt="2025-02-02T14:37:54.176" v="194" actId="1076"/>
          <ac:picMkLst>
            <pc:docMk/>
            <pc:sldMk cId="1580925029" sldId="267"/>
            <ac:picMk id="6" creationId="{41D44D8D-2C3A-C680-FFDF-04436A957EF3}"/>
          </ac:picMkLst>
        </pc:picChg>
        <pc:picChg chg="mod">
          <ac:chgData name="Romano, M. Carmen" userId="aa8fdb40-17a6-4858-bc4e-f32e31186fd2" providerId="ADAL" clId="{6222C6E9-851C-174F-9250-FA28CE85DDAD}" dt="2025-02-02T14:37:56.794" v="195" actId="1076"/>
          <ac:picMkLst>
            <pc:docMk/>
            <pc:sldMk cId="1580925029" sldId="267"/>
            <ac:picMk id="7" creationId="{7EBEF189-5F33-4840-BA83-F11DDF587F88}"/>
          </ac:picMkLst>
        </pc:picChg>
      </pc:sldChg>
      <pc:sldChg chg="addSp delSp modSp add mod">
        <pc:chgData name="Romano, M. Carmen" userId="aa8fdb40-17a6-4858-bc4e-f32e31186fd2" providerId="ADAL" clId="{6222C6E9-851C-174F-9250-FA28CE85DDAD}" dt="2025-02-02T14:40:08.058" v="210" actId="207"/>
        <pc:sldMkLst>
          <pc:docMk/>
          <pc:sldMk cId="1329592498" sldId="268"/>
        </pc:sldMkLst>
        <pc:spChg chg="mod">
          <ac:chgData name="Romano, M. Carmen" userId="aa8fdb40-17a6-4858-bc4e-f32e31186fd2" providerId="ADAL" clId="{6222C6E9-851C-174F-9250-FA28CE85DDAD}" dt="2025-02-02T14:40:08.058" v="210" actId="207"/>
          <ac:spMkLst>
            <pc:docMk/>
            <pc:sldMk cId="1329592498" sldId="268"/>
            <ac:spMk id="2" creationId="{B599BF65-3FBF-1B41-8D32-3F74142708AA}"/>
          </ac:spMkLst>
        </pc:spChg>
        <pc:spChg chg="add del">
          <ac:chgData name="Romano, M. Carmen" userId="aa8fdb40-17a6-4858-bc4e-f32e31186fd2" providerId="ADAL" clId="{6222C6E9-851C-174F-9250-FA28CE85DDAD}" dt="2025-02-02T14:39:56.333" v="209" actId="478"/>
          <ac:spMkLst>
            <pc:docMk/>
            <pc:sldMk cId="1329592498" sldId="268"/>
            <ac:spMk id="7" creationId="{9092E988-C793-EA41-9E45-7908E02347AF}"/>
          </ac:spMkLst>
        </pc:spChg>
      </pc:sldChg>
      <pc:sldChg chg="delSp modSp add mod modAnim">
        <pc:chgData name="Romano, M. Carmen" userId="aa8fdb40-17a6-4858-bc4e-f32e31186fd2" providerId="ADAL" clId="{6222C6E9-851C-174F-9250-FA28CE85DDAD}" dt="2025-03-16T08:18:49.706" v="4956" actId="313"/>
        <pc:sldMkLst>
          <pc:docMk/>
          <pc:sldMk cId="2468142951" sldId="281"/>
        </pc:sldMkLst>
        <pc:spChg chg="mod">
          <ac:chgData name="Romano, M. Carmen" userId="aa8fdb40-17a6-4858-bc4e-f32e31186fd2" providerId="ADAL" clId="{6222C6E9-851C-174F-9250-FA28CE85DDAD}" dt="2025-02-05T06:53:51.693" v="4658" actId="113"/>
          <ac:spMkLst>
            <pc:docMk/>
            <pc:sldMk cId="2468142951" sldId="281"/>
            <ac:spMk id="2" creationId="{B90681C2-E807-0BD2-655D-C178E4037D98}"/>
          </ac:spMkLst>
        </pc:spChg>
        <pc:spChg chg="mod">
          <ac:chgData name="Romano, M. Carmen" userId="aa8fdb40-17a6-4858-bc4e-f32e31186fd2" providerId="ADAL" clId="{6222C6E9-851C-174F-9250-FA28CE85DDAD}" dt="2025-03-16T08:18:49.706" v="4956" actId="313"/>
          <ac:spMkLst>
            <pc:docMk/>
            <pc:sldMk cId="2468142951" sldId="281"/>
            <ac:spMk id="6" creationId="{4DB5D4F6-3814-5B4B-AFD0-04E8E513CA60}"/>
          </ac:spMkLst>
        </pc:spChg>
      </pc:sldChg>
      <pc:sldChg chg="modSp mod">
        <pc:chgData name="Romano, M. Carmen" userId="aa8fdb40-17a6-4858-bc4e-f32e31186fd2" providerId="ADAL" clId="{6222C6E9-851C-174F-9250-FA28CE85DDAD}" dt="2025-02-07T14:55:01.222" v="4884" actId="20577"/>
        <pc:sldMkLst>
          <pc:docMk/>
          <pc:sldMk cId="1616777010" sldId="293"/>
        </pc:sldMkLst>
        <pc:spChg chg="mod">
          <ac:chgData name="Romano, M. Carmen" userId="aa8fdb40-17a6-4858-bc4e-f32e31186fd2" providerId="ADAL" clId="{6222C6E9-851C-174F-9250-FA28CE85DDAD}" dt="2025-02-07T14:55:01.222" v="4884" actId="20577"/>
          <ac:spMkLst>
            <pc:docMk/>
            <pc:sldMk cId="1616777010" sldId="293"/>
            <ac:spMk id="7" creationId="{991EBC13-7BE5-18E6-6C01-6AC692F1781C}"/>
          </ac:spMkLst>
        </pc:spChg>
      </pc:sldChg>
      <pc:sldChg chg="modSp">
        <pc:chgData name="Romano, M. Carmen" userId="aa8fdb40-17a6-4858-bc4e-f32e31186fd2" providerId="ADAL" clId="{6222C6E9-851C-174F-9250-FA28CE85DDAD}" dt="2025-03-16T06:26:55.009" v="4947" actId="20577"/>
        <pc:sldMkLst>
          <pc:docMk/>
          <pc:sldMk cId="996995517" sldId="294"/>
        </pc:sldMkLst>
        <pc:spChg chg="mod">
          <ac:chgData name="Romano, M. Carmen" userId="aa8fdb40-17a6-4858-bc4e-f32e31186fd2" providerId="ADAL" clId="{6222C6E9-851C-174F-9250-FA28CE85DDAD}" dt="2025-03-16T06:26:55.009" v="4947" actId="20577"/>
          <ac:spMkLst>
            <pc:docMk/>
            <pc:sldMk cId="996995517" sldId="294"/>
            <ac:spMk id="17" creationId="{F4A18A55-6B64-272B-DA3B-FD3B01A5A715}"/>
          </ac:spMkLst>
        </pc:spChg>
      </pc:sldChg>
      <pc:sldChg chg="modSp">
        <pc:chgData name="Romano, M. Carmen" userId="aa8fdb40-17a6-4858-bc4e-f32e31186fd2" providerId="ADAL" clId="{6222C6E9-851C-174F-9250-FA28CE85DDAD}" dt="2025-03-16T06:19:40.461" v="4931" actId="207"/>
        <pc:sldMkLst>
          <pc:docMk/>
          <pc:sldMk cId="2684305608" sldId="300"/>
        </pc:sldMkLst>
        <pc:spChg chg="mod">
          <ac:chgData name="Romano, M. Carmen" userId="aa8fdb40-17a6-4858-bc4e-f32e31186fd2" providerId="ADAL" clId="{6222C6E9-851C-174F-9250-FA28CE85DDAD}" dt="2025-03-16T06:19:40.461" v="4931" actId="207"/>
          <ac:spMkLst>
            <pc:docMk/>
            <pc:sldMk cId="2684305608" sldId="300"/>
            <ac:spMk id="3" creationId="{4477D201-4157-9796-0323-C57B98B72B30}"/>
          </ac:spMkLst>
        </pc:spChg>
      </pc:sldChg>
      <pc:sldChg chg="add del">
        <pc:chgData name="Romano, M. Carmen" userId="aa8fdb40-17a6-4858-bc4e-f32e31186fd2" providerId="ADAL" clId="{6222C6E9-851C-174F-9250-FA28CE85DDAD}" dt="2025-02-03T06:02:47.912" v="1840" actId="2696"/>
        <pc:sldMkLst>
          <pc:docMk/>
          <pc:sldMk cId="3434812881" sldId="301"/>
        </pc:sldMkLst>
      </pc:sldChg>
      <pc:sldChg chg="add del">
        <pc:chgData name="Romano, M. Carmen" userId="aa8fdb40-17a6-4858-bc4e-f32e31186fd2" providerId="ADAL" clId="{6222C6E9-851C-174F-9250-FA28CE85DDAD}" dt="2025-02-03T06:02:47.970" v="1841" actId="2696"/>
        <pc:sldMkLst>
          <pc:docMk/>
          <pc:sldMk cId="2858097997" sldId="302"/>
        </pc:sldMkLst>
      </pc:sldChg>
      <pc:sldChg chg="add del">
        <pc:chgData name="Romano, M. Carmen" userId="aa8fdb40-17a6-4858-bc4e-f32e31186fd2" providerId="ADAL" clId="{6222C6E9-851C-174F-9250-FA28CE85DDAD}" dt="2025-02-03T06:02:48.029" v="1842" actId="2696"/>
        <pc:sldMkLst>
          <pc:docMk/>
          <pc:sldMk cId="3698724545" sldId="303"/>
        </pc:sldMkLst>
      </pc:sldChg>
      <pc:sldChg chg="add del">
        <pc:chgData name="Romano, M. Carmen" userId="aa8fdb40-17a6-4858-bc4e-f32e31186fd2" providerId="ADAL" clId="{6222C6E9-851C-174F-9250-FA28CE85DDAD}" dt="2025-02-03T06:02:48.073" v="1843" actId="2696"/>
        <pc:sldMkLst>
          <pc:docMk/>
          <pc:sldMk cId="268450978" sldId="304"/>
        </pc:sldMkLst>
      </pc:sldChg>
      <pc:sldChg chg="modSp mod">
        <pc:chgData name="Romano, M. Carmen" userId="aa8fdb40-17a6-4858-bc4e-f32e31186fd2" providerId="ADAL" clId="{6222C6E9-851C-174F-9250-FA28CE85DDAD}" dt="2025-02-07T14:55:57.151" v="4890" actId="20577"/>
        <pc:sldMkLst>
          <pc:docMk/>
          <pc:sldMk cId="1677012407" sldId="316"/>
        </pc:sldMkLst>
        <pc:spChg chg="mod">
          <ac:chgData name="Romano, M. Carmen" userId="aa8fdb40-17a6-4858-bc4e-f32e31186fd2" providerId="ADAL" clId="{6222C6E9-851C-174F-9250-FA28CE85DDAD}" dt="2025-02-05T13:46:55.103" v="4881" actId="20577"/>
          <ac:spMkLst>
            <pc:docMk/>
            <pc:sldMk cId="1677012407" sldId="316"/>
            <ac:spMk id="7" creationId="{991EBC13-7BE5-18E6-6C01-6AC692F1781C}"/>
          </ac:spMkLst>
        </pc:spChg>
        <pc:spChg chg="mod">
          <ac:chgData name="Romano, M. Carmen" userId="aa8fdb40-17a6-4858-bc4e-f32e31186fd2" providerId="ADAL" clId="{6222C6E9-851C-174F-9250-FA28CE85DDAD}" dt="2025-02-07T14:55:57.151" v="4890" actId="20577"/>
          <ac:spMkLst>
            <pc:docMk/>
            <pc:sldMk cId="1677012407" sldId="316"/>
            <ac:spMk id="106" creationId="{5DF732FF-EA99-5C85-22C6-8D38C36DDBE6}"/>
          </ac:spMkLst>
        </pc:spChg>
      </pc:sldChg>
      <pc:sldChg chg="addSp modSp new mod modAnim">
        <pc:chgData name="Romano, M. Carmen" userId="aa8fdb40-17a6-4858-bc4e-f32e31186fd2" providerId="ADAL" clId="{6222C6E9-851C-174F-9250-FA28CE85DDAD}" dt="2025-02-02T15:00:11.175" v="459"/>
        <pc:sldMkLst>
          <pc:docMk/>
          <pc:sldMk cId="168286977" sldId="318"/>
        </pc:sldMkLst>
        <pc:spChg chg="mod">
          <ac:chgData name="Romano, M. Carmen" userId="aa8fdb40-17a6-4858-bc4e-f32e31186fd2" providerId="ADAL" clId="{6222C6E9-851C-174F-9250-FA28CE85DDAD}" dt="2025-02-02T14:44:41.069" v="233" actId="207"/>
          <ac:spMkLst>
            <pc:docMk/>
            <pc:sldMk cId="168286977" sldId="318"/>
            <ac:spMk id="2" creationId="{D8E38BCF-9EBF-B6E1-8C95-DA2A53AF583E}"/>
          </ac:spMkLst>
        </pc:spChg>
        <pc:spChg chg="mod">
          <ac:chgData name="Romano, M. Carmen" userId="aa8fdb40-17a6-4858-bc4e-f32e31186fd2" providerId="ADAL" clId="{6222C6E9-851C-174F-9250-FA28CE85DDAD}" dt="2025-02-02T14:45:23.117" v="361" actId="20577"/>
          <ac:spMkLst>
            <pc:docMk/>
            <pc:sldMk cId="168286977" sldId="318"/>
            <ac:spMk id="3" creationId="{BD1D4C42-312B-ED1E-75D6-E26FFF08737C}"/>
          </ac:spMkLst>
        </pc:spChg>
        <pc:spChg chg="add mod">
          <ac:chgData name="Romano, M. Carmen" userId="aa8fdb40-17a6-4858-bc4e-f32e31186fd2" providerId="ADAL" clId="{6222C6E9-851C-174F-9250-FA28CE85DDAD}" dt="2025-02-02T14:57:22.400" v="445" actId="207"/>
          <ac:spMkLst>
            <pc:docMk/>
            <pc:sldMk cId="168286977" sldId="318"/>
            <ac:spMk id="6" creationId="{ACD016C7-3325-8BFC-6834-1A91477DD89F}"/>
          </ac:spMkLst>
        </pc:spChg>
        <pc:picChg chg="add mod">
          <ac:chgData name="Romano, M. Carmen" userId="aa8fdb40-17a6-4858-bc4e-f32e31186fd2" providerId="ADAL" clId="{6222C6E9-851C-174F-9250-FA28CE85DDAD}" dt="2025-02-02T14:45:49.276" v="364" actId="1076"/>
          <ac:picMkLst>
            <pc:docMk/>
            <pc:sldMk cId="168286977" sldId="318"/>
            <ac:picMk id="4" creationId="{B55EAFA4-944A-A2F5-8971-5410FEF2301D}"/>
          </ac:picMkLst>
        </pc:picChg>
        <pc:picChg chg="add mod">
          <ac:chgData name="Romano, M. Carmen" userId="aa8fdb40-17a6-4858-bc4e-f32e31186fd2" providerId="ADAL" clId="{6222C6E9-851C-174F-9250-FA28CE85DDAD}" dt="2025-02-02T14:46:12.641" v="367" actId="1076"/>
          <ac:picMkLst>
            <pc:docMk/>
            <pc:sldMk cId="168286977" sldId="318"/>
            <ac:picMk id="5" creationId="{B1335126-8166-111B-E48E-DA9F5F21F354}"/>
          </ac:picMkLst>
        </pc:picChg>
        <pc:picChg chg="add mod">
          <ac:chgData name="Romano, M. Carmen" userId="aa8fdb40-17a6-4858-bc4e-f32e31186fd2" providerId="ADAL" clId="{6222C6E9-851C-174F-9250-FA28CE85DDAD}" dt="2025-02-02T14:59:51.172" v="454" actId="1076"/>
          <ac:picMkLst>
            <pc:docMk/>
            <pc:sldMk cId="168286977" sldId="318"/>
            <ac:picMk id="7" creationId="{57D94940-5680-1A62-6016-CB45ABE807E5}"/>
          </ac:picMkLst>
        </pc:picChg>
      </pc:sldChg>
      <pc:sldChg chg="addSp delSp modSp new mod modAnim">
        <pc:chgData name="Romano, M. Carmen" userId="aa8fdb40-17a6-4858-bc4e-f32e31186fd2" providerId="ADAL" clId="{6222C6E9-851C-174F-9250-FA28CE85DDAD}" dt="2025-02-02T15:06:58.323" v="600" actId="207"/>
        <pc:sldMkLst>
          <pc:docMk/>
          <pc:sldMk cId="3657175116" sldId="319"/>
        </pc:sldMkLst>
        <pc:spChg chg="mod">
          <ac:chgData name="Romano, M. Carmen" userId="aa8fdb40-17a6-4858-bc4e-f32e31186fd2" providerId="ADAL" clId="{6222C6E9-851C-174F-9250-FA28CE85DDAD}" dt="2025-02-02T15:00:42.549" v="493" actId="207"/>
          <ac:spMkLst>
            <pc:docMk/>
            <pc:sldMk cId="3657175116" sldId="319"/>
            <ac:spMk id="2" creationId="{29287A12-130D-8F97-1FD1-591BA6C43F4E}"/>
          </ac:spMkLst>
        </pc:spChg>
        <pc:spChg chg="add mod">
          <ac:chgData name="Romano, M. Carmen" userId="aa8fdb40-17a6-4858-bc4e-f32e31186fd2" providerId="ADAL" clId="{6222C6E9-851C-174F-9250-FA28CE85DDAD}" dt="2025-02-02T15:06:58.323" v="600" actId="207"/>
          <ac:spMkLst>
            <pc:docMk/>
            <pc:sldMk cId="3657175116" sldId="319"/>
            <ac:spMk id="8" creationId="{E984BF3A-66FE-CDAC-8FD0-AD6EEAB82E23}"/>
          </ac:spMkLst>
        </pc:spChg>
        <pc:grpChg chg="add mod">
          <ac:chgData name="Romano, M. Carmen" userId="aa8fdb40-17a6-4858-bc4e-f32e31186fd2" providerId="ADAL" clId="{6222C6E9-851C-174F-9250-FA28CE85DDAD}" dt="2025-02-02T15:06:23.933" v="594" actId="164"/>
          <ac:grpSpMkLst>
            <pc:docMk/>
            <pc:sldMk cId="3657175116" sldId="319"/>
            <ac:grpSpMk id="10" creationId="{4B2B9104-3C3A-8B9C-2E17-836FB61854CD}"/>
          </ac:grpSpMkLst>
        </pc:grpChg>
        <pc:grpChg chg="add mod">
          <ac:chgData name="Romano, M. Carmen" userId="aa8fdb40-17a6-4858-bc4e-f32e31186fd2" providerId="ADAL" clId="{6222C6E9-851C-174F-9250-FA28CE85DDAD}" dt="2025-02-02T15:06:31.988" v="596" actId="164"/>
          <ac:grpSpMkLst>
            <pc:docMk/>
            <pc:sldMk cId="3657175116" sldId="319"/>
            <ac:grpSpMk id="11" creationId="{276D2551-1B3A-6782-A452-B96B81BBCF04}"/>
          </ac:grpSpMkLst>
        </pc:grpChg>
        <pc:picChg chg="add mod">
          <ac:chgData name="Romano, M. Carmen" userId="aa8fdb40-17a6-4858-bc4e-f32e31186fd2" providerId="ADAL" clId="{6222C6E9-851C-174F-9250-FA28CE85DDAD}" dt="2025-02-02T15:06:23.933" v="594" actId="164"/>
          <ac:picMkLst>
            <pc:docMk/>
            <pc:sldMk cId="3657175116" sldId="319"/>
            <ac:picMk id="5" creationId="{1B1DFA5C-33C0-B713-8922-209B3F6BD465}"/>
          </ac:picMkLst>
        </pc:picChg>
        <pc:picChg chg="add mod">
          <ac:chgData name="Romano, M. Carmen" userId="aa8fdb40-17a6-4858-bc4e-f32e31186fd2" providerId="ADAL" clId="{6222C6E9-851C-174F-9250-FA28CE85DDAD}" dt="2025-02-02T15:06:23.933" v="594" actId="164"/>
          <ac:picMkLst>
            <pc:docMk/>
            <pc:sldMk cId="3657175116" sldId="319"/>
            <ac:picMk id="6" creationId="{3DF06742-4231-D55E-65BB-AA3747FEC572}"/>
          </ac:picMkLst>
        </pc:picChg>
        <pc:picChg chg="add mod">
          <ac:chgData name="Romano, M. Carmen" userId="aa8fdb40-17a6-4858-bc4e-f32e31186fd2" providerId="ADAL" clId="{6222C6E9-851C-174F-9250-FA28CE85DDAD}" dt="2025-02-02T15:06:31.988" v="596" actId="164"/>
          <ac:picMkLst>
            <pc:docMk/>
            <pc:sldMk cId="3657175116" sldId="319"/>
            <ac:picMk id="7" creationId="{220BDF7B-4D77-DE07-DB42-7A207F2117FB}"/>
          </ac:picMkLst>
        </pc:picChg>
        <pc:picChg chg="add mod">
          <ac:chgData name="Romano, M. Carmen" userId="aa8fdb40-17a6-4858-bc4e-f32e31186fd2" providerId="ADAL" clId="{6222C6E9-851C-174F-9250-FA28CE85DDAD}" dt="2025-02-02T15:06:02.707" v="592" actId="1076"/>
          <ac:picMkLst>
            <pc:docMk/>
            <pc:sldMk cId="3657175116" sldId="319"/>
            <ac:picMk id="9" creationId="{A51B3D4D-75CB-3233-A716-58C0C8BD70A3}"/>
          </ac:picMkLst>
        </pc:picChg>
      </pc:sldChg>
      <pc:sldChg chg="addSp delSp modSp add mod delAnim">
        <pc:chgData name="Romano, M. Carmen" userId="aa8fdb40-17a6-4858-bc4e-f32e31186fd2" providerId="ADAL" clId="{6222C6E9-851C-174F-9250-FA28CE85DDAD}" dt="2025-02-02T15:14:48.861" v="651" actId="1036"/>
        <pc:sldMkLst>
          <pc:docMk/>
          <pc:sldMk cId="372723024" sldId="320"/>
        </pc:sldMkLst>
        <pc:picChg chg="add mod">
          <ac:chgData name="Romano, M. Carmen" userId="aa8fdb40-17a6-4858-bc4e-f32e31186fd2" providerId="ADAL" clId="{6222C6E9-851C-174F-9250-FA28CE85DDAD}" dt="2025-02-02T15:14:48.861" v="651" actId="1036"/>
          <ac:picMkLst>
            <pc:docMk/>
            <pc:sldMk cId="372723024" sldId="320"/>
            <ac:picMk id="3" creationId="{9546EEA8-B81F-A465-94A5-85BF894F9474}"/>
          </ac:picMkLst>
        </pc:picChg>
        <pc:picChg chg="mod topLvl">
          <ac:chgData name="Romano, M. Carmen" userId="aa8fdb40-17a6-4858-bc4e-f32e31186fd2" providerId="ADAL" clId="{6222C6E9-851C-174F-9250-FA28CE85DDAD}" dt="2025-02-02T15:13:56.830" v="629" actId="14100"/>
          <ac:picMkLst>
            <pc:docMk/>
            <pc:sldMk cId="372723024" sldId="320"/>
            <ac:picMk id="5" creationId="{C37AC2D1-5312-8797-4BD0-E1ED53B53911}"/>
          </ac:picMkLst>
        </pc:picChg>
      </pc:sldChg>
      <pc:sldChg chg="addSp delSp modSp add mod">
        <pc:chgData name="Romano, M. Carmen" userId="aa8fdb40-17a6-4858-bc4e-f32e31186fd2" providerId="ADAL" clId="{6222C6E9-851C-174F-9250-FA28CE85DDAD}" dt="2025-02-02T15:14:42.713" v="643"/>
        <pc:sldMkLst>
          <pc:docMk/>
          <pc:sldMk cId="1703670832" sldId="321"/>
        </pc:sldMkLst>
        <pc:picChg chg="add mod">
          <ac:chgData name="Romano, M. Carmen" userId="aa8fdb40-17a6-4858-bc4e-f32e31186fd2" providerId="ADAL" clId="{6222C6E9-851C-174F-9250-FA28CE85DDAD}" dt="2025-02-02T15:14:32.834" v="641" actId="1036"/>
          <ac:picMkLst>
            <pc:docMk/>
            <pc:sldMk cId="1703670832" sldId="321"/>
            <ac:picMk id="4" creationId="{FEF24BB0-45BF-9E0B-26D1-8526BF78E712}"/>
          </ac:picMkLst>
        </pc:picChg>
        <pc:picChg chg="add mod">
          <ac:chgData name="Romano, M. Carmen" userId="aa8fdb40-17a6-4858-bc4e-f32e31186fd2" providerId="ADAL" clId="{6222C6E9-851C-174F-9250-FA28CE85DDAD}" dt="2025-02-02T15:14:42.713" v="643"/>
          <ac:picMkLst>
            <pc:docMk/>
            <pc:sldMk cId="1703670832" sldId="321"/>
            <ac:picMk id="6" creationId="{943DC8FA-F777-5EBA-B6AF-62A0784CCFA4}"/>
          </ac:picMkLst>
        </pc:picChg>
      </pc:sldChg>
      <pc:sldChg chg="new del">
        <pc:chgData name="Romano, M. Carmen" userId="aa8fdb40-17a6-4858-bc4e-f32e31186fd2" providerId="ADAL" clId="{6222C6E9-851C-174F-9250-FA28CE85DDAD}" dt="2025-02-02T15:12:57.552" v="618" actId="2696"/>
        <pc:sldMkLst>
          <pc:docMk/>
          <pc:sldMk cId="41870122" sldId="322"/>
        </pc:sldMkLst>
      </pc:sldChg>
      <pc:sldChg chg="addSp delSp modSp add mod modAnim">
        <pc:chgData name="Romano, M. Carmen" userId="aa8fdb40-17a6-4858-bc4e-f32e31186fd2" providerId="ADAL" clId="{6222C6E9-851C-174F-9250-FA28CE85DDAD}" dt="2025-02-02T15:18:09.123" v="758"/>
        <pc:sldMkLst>
          <pc:docMk/>
          <pc:sldMk cId="1006038048" sldId="322"/>
        </pc:sldMkLst>
        <pc:spChg chg="mod">
          <ac:chgData name="Romano, M. Carmen" userId="aa8fdb40-17a6-4858-bc4e-f32e31186fd2" providerId="ADAL" clId="{6222C6E9-851C-174F-9250-FA28CE85DDAD}" dt="2025-02-02T15:16:50.450" v="701" actId="16959"/>
          <ac:spMkLst>
            <pc:docMk/>
            <pc:sldMk cId="1006038048" sldId="322"/>
            <ac:spMk id="7" creationId="{763006C6-0148-00EA-CD9C-F24482B308A3}"/>
          </ac:spMkLst>
        </pc:spChg>
        <pc:spChg chg="add mod">
          <ac:chgData name="Romano, M. Carmen" userId="aa8fdb40-17a6-4858-bc4e-f32e31186fd2" providerId="ADAL" clId="{6222C6E9-851C-174F-9250-FA28CE85DDAD}" dt="2025-02-02T15:18:05.292" v="757" actId="164"/>
          <ac:spMkLst>
            <pc:docMk/>
            <pc:sldMk cId="1006038048" sldId="322"/>
            <ac:spMk id="9" creationId="{646971BE-35D9-4098-5810-BDD912E562DE}"/>
          </ac:spMkLst>
        </pc:spChg>
        <pc:grpChg chg="add mod">
          <ac:chgData name="Romano, M. Carmen" userId="aa8fdb40-17a6-4858-bc4e-f32e31186fd2" providerId="ADAL" clId="{6222C6E9-851C-174F-9250-FA28CE85DDAD}" dt="2025-02-02T15:16:31.345" v="684" actId="20577"/>
          <ac:grpSpMkLst>
            <pc:docMk/>
            <pc:sldMk cId="1006038048" sldId="322"/>
            <ac:grpSpMk id="3" creationId="{4EBE187C-5F0E-2A05-0452-F0415D92EBD9}"/>
          </ac:grpSpMkLst>
        </pc:grpChg>
        <pc:grpChg chg="add mod">
          <ac:chgData name="Romano, M. Carmen" userId="aa8fdb40-17a6-4858-bc4e-f32e31186fd2" providerId="ADAL" clId="{6222C6E9-851C-174F-9250-FA28CE85DDAD}" dt="2025-02-02T15:18:05.292" v="757" actId="164"/>
          <ac:grpSpMkLst>
            <pc:docMk/>
            <pc:sldMk cId="1006038048" sldId="322"/>
            <ac:grpSpMk id="10" creationId="{5D819C34-356C-1759-ED4E-9F4F14E212F6}"/>
          </ac:grpSpMkLst>
        </pc:grpChg>
        <pc:picChg chg="mod">
          <ac:chgData name="Romano, M. Carmen" userId="aa8fdb40-17a6-4858-bc4e-f32e31186fd2" providerId="ADAL" clId="{6222C6E9-851C-174F-9250-FA28CE85DDAD}" dt="2025-02-02T15:13:48.251" v="627" actId="1076"/>
          <ac:picMkLst>
            <pc:docMk/>
            <pc:sldMk cId="1006038048" sldId="322"/>
            <ac:picMk id="5" creationId="{0AAEF83B-9AA9-17B8-7A92-1A9F5FBCC3CE}"/>
          </ac:picMkLst>
        </pc:picChg>
        <pc:picChg chg="mod">
          <ac:chgData name="Romano, M. Carmen" userId="aa8fdb40-17a6-4858-bc4e-f32e31186fd2" providerId="ADAL" clId="{6222C6E9-851C-174F-9250-FA28CE85DDAD}" dt="2025-02-02T15:16:31.345" v="684" actId="20577"/>
          <ac:picMkLst>
            <pc:docMk/>
            <pc:sldMk cId="1006038048" sldId="322"/>
            <ac:picMk id="6" creationId="{6228EB4E-E605-23A3-A6F5-FE7FC8865F5A}"/>
          </ac:picMkLst>
        </pc:picChg>
        <pc:picChg chg="add mod">
          <ac:chgData name="Romano, M. Carmen" userId="aa8fdb40-17a6-4858-bc4e-f32e31186fd2" providerId="ADAL" clId="{6222C6E9-851C-174F-9250-FA28CE85DDAD}" dt="2025-02-02T15:18:05.292" v="757" actId="164"/>
          <ac:picMkLst>
            <pc:docMk/>
            <pc:sldMk cId="1006038048" sldId="322"/>
            <ac:picMk id="8" creationId="{B14544A0-F37B-FDEB-9EBC-0386072C262E}"/>
          </ac:picMkLst>
        </pc:picChg>
      </pc:sldChg>
      <pc:sldChg chg="addSp delSp modSp new mod">
        <pc:chgData name="Romano, M. Carmen" userId="aa8fdb40-17a6-4858-bc4e-f32e31186fd2" providerId="ADAL" clId="{6222C6E9-851C-174F-9250-FA28CE85DDAD}" dt="2025-02-03T05:21:38.543" v="764" actId="962"/>
        <pc:sldMkLst>
          <pc:docMk/>
          <pc:sldMk cId="2512328985" sldId="323"/>
        </pc:sldMkLst>
        <pc:picChg chg="add mod">
          <ac:chgData name="Romano, M. Carmen" userId="aa8fdb40-17a6-4858-bc4e-f32e31186fd2" providerId="ADAL" clId="{6222C6E9-851C-174F-9250-FA28CE85DDAD}" dt="2025-02-03T05:21:38.543" v="764" actId="962"/>
          <ac:picMkLst>
            <pc:docMk/>
            <pc:sldMk cId="2512328985" sldId="323"/>
            <ac:picMk id="5" creationId="{DD776FE5-72D8-83CE-F4CB-07DB47C546CC}"/>
          </ac:picMkLst>
        </pc:picChg>
      </pc:sldChg>
      <pc:sldChg chg="addSp delSp modSp new mod delAnim modAnim">
        <pc:chgData name="Romano, M. Carmen" userId="aa8fdb40-17a6-4858-bc4e-f32e31186fd2" providerId="ADAL" clId="{6222C6E9-851C-174F-9250-FA28CE85DDAD}" dt="2025-02-03T05:43:16.876" v="1451" actId="1038"/>
        <pc:sldMkLst>
          <pc:docMk/>
          <pc:sldMk cId="1586612815" sldId="324"/>
        </pc:sldMkLst>
        <pc:spChg chg="mod">
          <ac:chgData name="Romano, M. Carmen" userId="aa8fdb40-17a6-4858-bc4e-f32e31186fd2" providerId="ADAL" clId="{6222C6E9-851C-174F-9250-FA28CE85DDAD}" dt="2025-02-03T05:25:26.369" v="800" actId="207"/>
          <ac:spMkLst>
            <pc:docMk/>
            <pc:sldMk cId="1586612815" sldId="324"/>
            <ac:spMk id="2" creationId="{DBFAEFD6-432D-9448-5C44-DA9E36D07563}"/>
          </ac:spMkLst>
        </pc:spChg>
        <pc:spChg chg="mod">
          <ac:chgData name="Romano, M. Carmen" userId="aa8fdb40-17a6-4858-bc4e-f32e31186fd2" providerId="ADAL" clId="{6222C6E9-851C-174F-9250-FA28CE85DDAD}" dt="2025-02-03T05:43:03.827" v="1427" actId="20577"/>
          <ac:spMkLst>
            <pc:docMk/>
            <pc:sldMk cId="1586612815" sldId="324"/>
            <ac:spMk id="3" creationId="{4A83702C-FC10-80AC-5C2E-DE03B6ECEFAB}"/>
          </ac:spMkLst>
        </pc:spChg>
        <pc:spChg chg="add mod">
          <ac:chgData name="Romano, M. Carmen" userId="aa8fdb40-17a6-4858-bc4e-f32e31186fd2" providerId="ADAL" clId="{6222C6E9-851C-174F-9250-FA28CE85DDAD}" dt="2025-02-03T05:35:20.811" v="1137" actId="164"/>
          <ac:spMkLst>
            <pc:docMk/>
            <pc:sldMk cId="1586612815" sldId="324"/>
            <ac:spMk id="7" creationId="{7A884B27-BF2F-8345-8511-3560226ECC0E}"/>
          </ac:spMkLst>
        </pc:spChg>
        <pc:grpChg chg="add mod">
          <ac:chgData name="Romano, M. Carmen" userId="aa8fdb40-17a6-4858-bc4e-f32e31186fd2" providerId="ADAL" clId="{6222C6E9-851C-174F-9250-FA28CE85DDAD}" dt="2025-02-03T05:43:13.854" v="1439" actId="1038"/>
          <ac:grpSpMkLst>
            <pc:docMk/>
            <pc:sldMk cId="1586612815" sldId="324"/>
            <ac:grpSpMk id="8" creationId="{B6E5E488-77B3-70C1-A97B-78FFA027E153}"/>
          </ac:grpSpMkLst>
        </pc:grpChg>
        <pc:picChg chg="add mod">
          <ac:chgData name="Romano, M. Carmen" userId="aa8fdb40-17a6-4858-bc4e-f32e31186fd2" providerId="ADAL" clId="{6222C6E9-851C-174F-9250-FA28CE85DDAD}" dt="2025-02-03T05:35:20.811" v="1137" actId="164"/>
          <ac:picMkLst>
            <pc:docMk/>
            <pc:sldMk cId="1586612815" sldId="324"/>
            <ac:picMk id="5" creationId="{0656148E-D7DD-0D8B-114C-D3A2A7D206D8}"/>
          </ac:picMkLst>
        </pc:picChg>
        <pc:picChg chg="add mod">
          <ac:chgData name="Romano, M. Carmen" userId="aa8fdb40-17a6-4858-bc4e-f32e31186fd2" providerId="ADAL" clId="{6222C6E9-851C-174F-9250-FA28CE85DDAD}" dt="2025-02-03T05:43:16.876" v="1451" actId="1038"/>
          <ac:picMkLst>
            <pc:docMk/>
            <pc:sldMk cId="1586612815" sldId="324"/>
            <ac:picMk id="6" creationId="{5AC35AEB-E5C6-F2CE-780E-50658E110B39}"/>
          </ac:picMkLst>
        </pc:picChg>
      </pc:sldChg>
      <pc:sldChg chg="addSp delSp modSp new mod modAnim">
        <pc:chgData name="Romano, M. Carmen" userId="aa8fdb40-17a6-4858-bc4e-f32e31186fd2" providerId="ADAL" clId="{6222C6E9-851C-174F-9250-FA28CE85DDAD}" dt="2025-02-03T05:47:50.634" v="1561"/>
        <pc:sldMkLst>
          <pc:docMk/>
          <pc:sldMk cId="2270473327" sldId="325"/>
        </pc:sldMkLst>
        <pc:spChg chg="mod">
          <ac:chgData name="Romano, M. Carmen" userId="aa8fdb40-17a6-4858-bc4e-f32e31186fd2" providerId="ADAL" clId="{6222C6E9-851C-174F-9250-FA28CE85DDAD}" dt="2025-02-03T05:39:58.456" v="1318" actId="207"/>
          <ac:spMkLst>
            <pc:docMk/>
            <pc:sldMk cId="2270473327" sldId="325"/>
            <ac:spMk id="2" creationId="{ED6D2635-0E19-12E3-837B-AD453615B890}"/>
          </ac:spMkLst>
        </pc:spChg>
        <pc:spChg chg="mod">
          <ac:chgData name="Romano, M. Carmen" userId="aa8fdb40-17a6-4858-bc4e-f32e31186fd2" providerId="ADAL" clId="{6222C6E9-851C-174F-9250-FA28CE85DDAD}" dt="2025-02-03T05:46:24.475" v="1547" actId="20577"/>
          <ac:spMkLst>
            <pc:docMk/>
            <pc:sldMk cId="2270473327" sldId="325"/>
            <ac:spMk id="3" creationId="{0F6A252D-3FEA-49F2-6373-685AC4CF0082}"/>
          </ac:spMkLst>
        </pc:spChg>
        <pc:spChg chg="add mod">
          <ac:chgData name="Romano, M. Carmen" userId="aa8fdb40-17a6-4858-bc4e-f32e31186fd2" providerId="ADAL" clId="{6222C6E9-851C-174F-9250-FA28CE85DDAD}" dt="2025-02-03T05:46:59.074" v="1555" actId="1036"/>
          <ac:spMkLst>
            <pc:docMk/>
            <pc:sldMk cId="2270473327" sldId="325"/>
            <ac:spMk id="6" creationId="{C79B5526-E8FE-DAB1-F865-96B2F7CE5C2C}"/>
          </ac:spMkLst>
        </pc:spChg>
        <pc:picChg chg="add mod">
          <ac:chgData name="Romano, M. Carmen" userId="aa8fdb40-17a6-4858-bc4e-f32e31186fd2" providerId="ADAL" clId="{6222C6E9-851C-174F-9250-FA28CE85DDAD}" dt="2025-02-03T05:45:39.940" v="1532" actId="1035"/>
          <ac:picMkLst>
            <pc:docMk/>
            <pc:sldMk cId="2270473327" sldId="325"/>
            <ac:picMk id="4" creationId="{7F36E309-5496-AFC3-D215-7A056746A2C2}"/>
          </ac:picMkLst>
        </pc:picChg>
      </pc:sldChg>
      <pc:sldChg chg="addSp delSp modSp new mod">
        <pc:chgData name="Romano, M. Carmen" userId="aa8fdb40-17a6-4858-bc4e-f32e31186fd2" providerId="ADAL" clId="{6222C6E9-851C-174F-9250-FA28CE85DDAD}" dt="2025-02-03T05:51:55.806" v="1578" actId="1076"/>
        <pc:sldMkLst>
          <pc:docMk/>
          <pc:sldMk cId="2404710459" sldId="326"/>
        </pc:sldMkLst>
        <pc:spChg chg="mod">
          <ac:chgData name="Romano, M. Carmen" userId="aa8fdb40-17a6-4858-bc4e-f32e31186fd2" providerId="ADAL" clId="{6222C6E9-851C-174F-9250-FA28CE85DDAD}" dt="2025-02-03T05:49:42.634" v="1575"/>
          <ac:spMkLst>
            <pc:docMk/>
            <pc:sldMk cId="2404710459" sldId="326"/>
            <ac:spMk id="2" creationId="{E4E8A814-691C-9001-C5CF-4EC1B187BEC8}"/>
          </ac:spMkLst>
        </pc:spChg>
        <pc:picChg chg="add mod">
          <ac:chgData name="Romano, M. Carmen" userId="aa8fdb40-17a6-4858-bc4e-f32e31186fd2" providerId="ADAL" clId="{6222C6E9-851C-174F-9250-FA28CE85DDAD}" dt="2025-02-03T05:51:55.806" v="1578" actId="1076"/>
          <ac:picMkLst>
            <pc:docMk/>
            <pc:sldMk cId="2404710459" sldId="326"/>
            <ac:picMk id="4" creationId="{6CEFB291-83CB-6552-B0E8-9EC9F2953229}"/>
          </ac:picMkLst>
        </pc:picChg>
      </pc:sldChg>
      <pc:sldChg chg="addSp delSp modSp new mod modAnim">
        <pc:chgData name="Romano, M. Carmen" userId="aa8fdb40-17a6-4858-bc4e-f32e31186fd2" providerId="ADAL" clId="{6222C6E9-851C-174F-9250-FA28CE85DDAD}" dt="2025-02-03T06:08:25.375" v="1976" actId="114"/>
        <pc:sldMkLst>
          <pc:docMk/>
          <pc:sldMk cId="2389598494" sldId="327"/>
        </pc:sldMkLst>
        <pc:spChg chg="mod">
          <ac:chgData name="Romano, M. Carmen" userId="aa8fdb40-17a6-4858-bc4e-f32e31186fd2" providerId="ADAL" clId="{6222C6E9-851C-174F-9250-FA28CE85DDAD}" dt="2025-02-03T05:58:38.767" v="1666" actId="1035"/>
          <ac:spMkLst>
            <pc:docMk/>
            <pc:sldMk cId="2389598494" sldId="327"/>
            <ac:spMk id="2" creationId="{1244BC9B-4433-64DA-AF7B-B81AA674CB2B}"/>
          </ac:spMkLst>
        </pc:spChg>
        <pc:spChg chg="add mod">
          <ac:chgData name="Romano, M. Carmen" userId="aa8fdb40-17a6-4858-bc4e-f32e31186fd2" providerId="ADAL" clId="{6222C6E9-851C-174F-9250-FA28CE85DDAD}" dt="2025-02-03T06:06:49.410" v="1938" actId="113"/>
          <ac:spMkLst>
            <pc:docMk/>
            <pc:sldMk cId="2389598494" sldId="327"/>
            <ac:spMk id="5" creationId="{188BE674-DAD4-1161-39F0-C6479C85F268}"/>
          </ac:spMkLst>
        </pc:spChg>
        <pc:spChg chg="add mod">
          <ac:chgData name="Romano, M. Carmen" userId="aa8fdb40-17a6-4858-bc4e-f32e31186fd2" providerId="ADAL" clId="{6222C6E9-851C-174F-9250-FA28CE85DDAD}" dt="2025-02-03T06:08:25.375" v="1976" actId="114"/>
          <ac:spMkLst>
            <pc:docMk/>
            <pc:sldMk cId="2389598494" sldId="327"/>
            <ac:spMk id="6" creationId="{89F5DAFD-3130-C7AE-860F-D5E983BF3156}"/>
          </ac:spMkLst>
        </pc:spChg>
        <pc:spChg chg="add del mod">
          <ac:chgData name="Romano, M. Carmen" userId="aa8fdb40-17a6-4858-bc4e-f32e31186fd2" providerId="ADAL" clId="{6222C6E9-851C-174F-9250-FA28CE85DDAD}" dt="2025-02-03T06:08:20.582" v="1975" actId="1038"/>
          <ac:spMkLst>
            <pc:docMk/>
            <pc:sldMk cId="2389598494" sldId="327"/>
            <ac:spMk id="7" creationId="{64BB0046-D131-8C3E-AC3E-EEB6FD978245}"/>
          </ac:spMkLst>
        </pc:spChg>
      </pc:sldChg>
      <pc:sldChg chg="add del">
        <pc:chgData name="Romano, M. Carmen" userId="aa8fdb40-17a6-4858-bc4e-f32e31186fd2" providerId="ADAL" clId="{6222C6E9-851C-174F-9250-FA28CE85DDAD}" dt="2025-02-03T06:02:47.858" v="1839" actId="2696"/>
        <pc:sldMkLst>
          <pc:docMk/>
          <pc:sldMk cId="1667518828" sldId="328"/>
        </pc:sldMkLst>
      </pc:sldChg>
      <pc:sldChg chg="addSp modSp add mod">
        <pc:chgData name="Romano, M. Carmen" userId="aa8fdb40-17a6-4858-bc4e-f32e31186fd2" providerId="ADAL" clId="{6222C6E9-851C-174F-9250-FA28CE85DDAD}" dt="2025-02-03T06:11:04.552" v="2016" actId="1037"/>
        <pc:sldMkLst>
          <pc:docMk/>
          <pc:sldMk cId="2987687656" sldId="329"/>
        </pc:sldMkLst>
        <pc:spChg chg="add mod">
          <ac:chgData name="Romano, M. Carmen" userId="aa8fdb40-17a6-4858-bc4e-f32e31186fd2" providerId="ADAL" clId="{6222C6E9-851C-174F-9250-FA28CE85DDAD}" dt="2025-02-03T06:10:24.613" v="1990" actId="207"/>
          <ac:spMkLst>
            <pc:docMk/>
            <pc:sldMk cId="2987687656" sldId="329"/>
            <ac:spMk id="2" creationId="{296C2F51-BBC3-D6BD-BF55-46766B8A65A5}"/>
          </ac:spMkLst>
        </pc:spChg>
        <pc:spChg chg="mod">
          <ac:chgData name="Romano, M. Carmen" userId="aa8fdb40-17a6-4858-bc4e-f32e31186fd2" providerId="ADAL" clId="{6222C6E9-851C-174F-9250-FA28CE85DDAD}" dt="2025-02-03T06:09:59.627" v="1988" actId="20577"/>
          <ac:spMkLst>
            <pc:docMk/>
            <pc:sldMk cId="2987687656" sldId="329"/>
            <ac:spMk id="3" creationId="{A4424655-949E-1885-27DD-60E25FDEB10A}"/>
          </ac:spMkLst>
        </pc:spChg>
        <pc:cxnChg chg="add mod">
          <ac:chgData name="Romano, M. Carmen" userId="aa8fdb40-17a6-4858-bc4e-f32e31186fd2" providerId="ADAL" clId="{6222C6E9-851C-174F-9250-FA28CE85DDAD}" dt="2025-02-03T06:11:04.552" v="2016" actId="1037"/>
          <ac:cxnSpMkLst>
            <pc:docMk/>
            <pc:sldMk cId="2987687656" sldId="329"/>
            <ac:cxnSpMk id="4" creationId="{5447806A-C67F-C8D4-B752-83DC7A632623}"/>
          </ac:cxnSpMkLst>
        </pc:cxnChg>
      </pc:sldChg>
      <pc:sldChg chg="addSp modSp new mod modAnim">
        <pc:chgData name="Romano, M. Carmen" userId="aa8fdb40-17a6-4858-bc4e-f32e31186fd2" providerId="ADAL" clId="{6222C6E9-851C-174F-9250-FA28CE85DDAD}" dt="2025-02-04T06:13:26.376" v="3240" actId="20577"/>
        <pc:sldMkLst>
          <pc:docMk/>
          <pc:sldMk cId="2874919575" sldId="330"/>
        </pc:sldMkLst>
        <pc:spChg chg="mod">
          <ac:chgData name="Romano, M. Carmen" userId="aa8fdb40-17a6-4858-bc4e-f32e31186fd2" providerId="ADAL" clId="{6222C6E9-851C-174F-9250-FA28CE85DDAD}" dt="2025-02-03T06:20:02.870" v="2595" actId="1076"/>
          <ac:spMkLst>
            <pc:docMk/>
            <pc:sldMk cId="2874919575" sldId="330"/>
            <ac:spMk id="2" creationId="{A3632A9C-0B78-6E06-8488-2469DCAA0571}"/>
          </ac:spMkLst>
        </pc:spChg>
        <pc:spChg chg="mod">
          <ac:chgData name="Romano, M. Carmen" userId="aa8fdb40-17a6-4858-bc4e-f32e31186fd2" providerId="ADAL" clId="{6222C6E9-851C-174F-9250-FA28CE85DDAD}" dt="2025-02-04T06:13:26.376" v="3240" actId="20577"/>
          <ac:spMkLst>
            <pc:docMk/>
            <pc:sldMk cId="2874919575" sldId="330"/>
            <ac:spMk id="3" creationId="{7D341B2B-238B-9AD5-900A-CF609C3B97AC}"/>
          </ac:spMkLst>
        </pc:spChg>
      </pc:sldChg>
      <pc:sldChg chg="modSp add del mod">
        <pc:chgData name="Romano, M. Carmen" userId="aa8fdb40-17a6-4858-bc4e-f32e31186fd2" providerId="ADAL" clId="{6222C6E9-851C-174F-9250-FA28CE85DDAD}" dt="2025-02-03T06:11:17.757" v="2017" actId="2696"/>
        <pc:sldMkLst>
          <pc:docMk/>
          <pc:sldMk cId="3256430884" sldId="330"/>
        </pc:sldMkLst>
      </pc:sldChg>
      <pc:sldChg chg="modSp new mod">
        <pc:chgData name="Romano, M. Carmen" userId="aa8fdb40-17a6-4858-bc4e-f32e31186fd2" providerId="ADAL" clId="{6222C6E9-851C-174F-9250-FA28CE85DDAD}" dt="2025-02-03T06:32:52.144" v="3236" actId="207"/>
        <pc:sldMkLst>
          <pc:docMk/>
          <pc:sldMk cId="2385655394" sldId="331"/>
        </pc:sldMkLst>
        <pc:spChg chg="mod">
          <ac:chgData name="Romano, M. Carmen" userId="aa8fdb40-17a6-4858-bc4e-f32e31186fd2" providerId="ADAL" clId="{6222C6E9-851C-174F-9250-FA28CE85DDAD}" dt="2025-02-03T06:29:11.841" v="2891"/>
          <ac:spMkLst>
            <pc:docMk/>
            <pc:sldMk cId="2385655394" sldId="331"/>
            <ac:spMk id="2" creationId="{B74299A8-B0C9-E666-52F0-009E7934B25F}"/>
          </ac:spMkLst>
        </pc:spChg>
        <pc:spChg chg="mod">
          <ac:chgData name="Romano, M. Carmen" userId="aa8fdb40-17a6-4858-bc4e-f32e31186fd2" providerId="ADAL" clId="{6222C6E9-851C-174F-9250-FA28CE85DDAD}" dt="2025-02-03T06:32:52.144" v="3236" actId="207"/>
          <ac:spMkLst>
            <pc:docMk/>
            <pc:sldMk cId="2385655394" sldId="331"/>
            <ac:spMk id="3" creationId="{87CB4479-13C7-4588-3745-9CCB90167914}"/>
          </ac:spMkLst>
        </pc:spChg>
      </pc:sldChg>
      <pc:sldChg chg="addSp delSp modSp new add del mod">
        <pc:chgData name="Romano, M. Carmen" userId="aa8fdb40-17a6-4858-bc4e-f32e31186fd2" providerId="ADAL" clId="{6222C6E9-851C-174F-9250-FA28CE85DDAD}" dt="2025-03-16T08:23:24.179" v="4988" actId="2696"/>
        <pc:sldMkLst>
          <pc:docMk/>
          <pc:sldMk cId="715000907" sldId="332"/>
        </pc:sldMkLst>
        <pc:spChg chg="mod">
          <ac:chgData name="Romano, M. Carmen" userId="aa8fdb40-17a6-4858-bc4e-f32e31186fd2" providerId="ADAL" clId="{6222C6E9-851C-174F-9250-FA28CE85DDAD}" dt="2025-02-04T06:25:52.809" v="3649" actId="1076"/>
          <ac:spMkLst>
            <pc:docMk/>
            <pc:sldMk cId="715000907" sldId="332"/>
            <ac:spMk id="2" creationId="{0168ECAC-D353-52F4-55F6-F9452D4F32E6}"/>
          </ac:spMkLst>
        </pc:spChg>
        <pc:spChg chg="mod">
          <ac:chgData name="Romano, M. Carmen" userId="aa8fdb40-17a6-4858-bc4e-f32e31186fd2" providerId="ADAL" clId="{6222C6E9-851C-174F-9250-FA28CE85DDAD}" dt="2025-02-04T06:28:25.036" v="3780" actId="207"/>
          <ac:spMkLst>
            <pc:docMk/>
            <pc:sldMk cId="715000907" sldId="332"/>
            <ac:spMk id="3" creationId="{2FAE264D-E7D9-425F-F54C-70DB6C35A0AE}"/>
          </ac:spMkLst>
        </pc:spChg>
        <pc:spChg chg="add mod">
          <ac:chgData name="Romano, M. Carmen" userId="aa8fdb40-17a6-4858-bc4e-f32e31186fd2" providerId="ADAL" clId="{6222C6E9-851C-174F-9250-FA28CE85DDAD}" dt="2025-02-10T14:59:03.215" v="4920" actId="14100"/>
          <ac:spMkLst>
            <pc:docMk/>
            <pc:sldMk cId="715000907" sldId="332"/>
            <ac:spMk id="6" creationId="{88F4AC5F-959F-060C-1E78-70CC31720F49}"/>
          </ac:spMkLst>
        </pc:spChg>
        <pc:picChg chg="add mod">
          <ac:chgData name="Romano, M. Carmen" userId="aa8fdb40-17a6-4858-bc4e-f32e31186fd2" providerId="ADAL" clId="{6222C6E9-851C-174F-9250-FA28CE85DDAD}" dt="2025-02-04T06:26:21.506" v="3654" actId="1076"/>
          <ac:picMkLst>
            <pc:docMk/>
            <pc:sldMk cId="715000907" sldId="332"/>
            <ac:picMk id="5" creationId="{6E3E46DD-9D99-DB6E-DF79-A4CBD4594395}"/>
          </ac:picMkLst>
        </pc:picChg>
      </pc:sldChg>
      <pc:sldChg chg="addSp delSp modSp new add del mod">
        <pc:chgData name="Romano, M. Carmen" userId="aa8fdb40-17a6-4858-bc4e-f32e31186fd2" providerId="ADAL" clId="{6222C6E9-851C-174F-9250-FA28CE85DDAD}" dt="2025-03-16T08:23:24.124" v="4984" actId="2696"/>
        <pc:sldMkLst>
          <pc:docMk/>
          <pc:sldMk cId="348992209" sldId="333"/>
        </pc:sldMkLst>
        <pc:spChg chg="mod">
          <ac:chgData name="Romano, M. Carmen" userId="aa8fdb40-17a6-4858-bc4e-f32e31186fd2" providerId="ADAL" clId="{6222C6E9-851C-174F-9250-FA28CE85DDAD}" dt="2025-02-04T06:31:53.629" v="3852"/>
          <ac:spMkLst>
            <pc:docMk/>
            <pc:sldMk cId="348992209" sldId="333"/>
            <ac:spMk id="2" creationId="{7AB068DF-5DB1-A627-0BFB-C5EFD46B8080}"/>
          </ac:spMkLst>
        </pc:spChg>
        <pc:spChg chg="add mod">
          <ac:chgData name="Romano, M. Carmen" userId="aa8fdb40-17a6-4858-bc4e-f32e31186fd2" providerId="ADAL" clId="{6222C6E9-851C-174F-9250-FA28CE85DDAD}" dt="2025-02-04T06:32:24.611" v="3855" actId="164"/>
          <ac:spMkLst>
            <pc:docMk/>
            <pc:sldMk cId="348992209" sldId="333"/>
            <ac:spMk id="5" creationId="{929143C6-1CC3-6AEF-F474-4242921A5846}"/>
          </ac:spMkLst>
        </pc:spChg>
        <pc:grpChg chg="add mod">
          <ac:chgData name="Romano, M. Carmen" userId="aa8fdb40-17a6-4858-bc4e-f32e31186fd2" providerId="ADAL" clId="{6222C6E9-851C-174F-9250-FA28CE85DDAD}" dt="2025-02-04T06:32:24.611" v="3855" actId="164"/>
          <ac:grpSpMkLst>
            <pc:docMk/>
            <pc:sldMk cId="348992209" sldId="333"/>
            <ac:grpSpMk id="6" creationId="{E8057CA5-1942-2975-19B5-453F8ED236F4}"/>
          </ac:grpSpMkLst>
        </pc:grpChg>
        <pc:picChg chg="add mod">
          <ac:chgData name="Romano, M. Carmen" userId="aa8fdb40-17a6-4858-bc4e-f32e31186fd2" providerId="ADAL" clId="{6222C6E9-851C-174F-9250-FA28CE85DDAD}" dt="2025-02-04T06:32:24.611" v="3855" actId="164"/>
          <ac:picMkLst>
            <pc:docMk/>
            <pc:sldMk cId="348992209" sldId="333"/>
            <ac:picMk id="4" creationId="{ABFEF944-224F-27C2-C230-1031A2B5D31B}"/>
          </ac:picMkLst>
        </pc:picChg>
      </pc:sldChg>
      <pc:sldChg chg="addSp modSp new add del mod">
        <pc:chgData name="Romano, M. Carmen" userId="aa8fdb40-17a6-4858-bc4e-f32e31186fd2" providerId="ADAL" clId="{6222C6E9-851C-174F-9250-FA28CE85DDAD}" dt="2025-03-16T08:23:24.142" v="4987" actId="2696"/>
        <pc:sldMkLst>
          <pc:docMk/>
          <pc:sldMk cId="2665549919" sldId="334"/>
        </pc:sldMkLst>
        <pc:spChg chg="mod">
          <ac:chgData name="Romano, M. Carmen" userId="aa8fdb40-17a6-4858-bc4e-f32e31186fd2" providerId="ADAL" clId="{6222C6E9-851C-174F-9250-FA28CE85DDAD}" dt="2025-02-04T06:52:06.875" v="4455" actId="114"/>
          <ac:spMkLst>
            <pc:docMk/>
            <pc:sldMk cId="2665549919" sldId="334"/>
            <ac:spMk id="2" creationId="{4A17AE8A-6989-8E6A-C201-BC3BDCD13BA2}"/>
          </ac:spMkLst>
        </pc:spChg>
        <pc:spChg chg="mod">
          <ac:chgData name="Romano, M. Carmen" userId="aa8fdb40-17a6-4858-bc4e-f32e31186fd2" providerId="ADAL" clId="{6222C6E9-851C-174F-9250-FA28CE85DDAD}" dt="2025-02-04T06:52:17.372" v="4457" actId="114"/>
          <ac:spMkLst>
            <pc:docMk/>
            <pc:sldMk cId="2665549919" sldId="334"/>
            <ac:spMk id="3" creationId="{69DBB8F5-6A97-AD24-4BEC-43991589A11C}"/>
          </ac:spMkLst>
        </pc:spChg>
        <pc:picChg chg="add mod">
          <ac:chgData name="Romano, M. Carmen" userId="aa8fdb40-17a6-4858-bc4e-f32e31186fd2" providerId="ADAL" clId="{6222C6E9-851C-174F-9250-FA28CE85DDAD}" dt="2025-02-04T06:40:30.345" v="4132" actId="1035"/>
          <ac:picMkLst>
            <pc:docMk/>
            <pc:sldMk cId="2665549919" sldId="334"/>
            <ac:picMk id="4" creationId="{825726D8-38DC-F0DE-850C-1E421175BE60}"/>
          </ac:picMkLst>
        </pc:picChg>
        <pc:picChg chg="add mod">
          <ac:chgData name="Romano, M. Carmen" userId="aa8fdb40-17a6-4858-bc4e-f32e31186fd2" providerId="ADAL" clId="{6222C6E9-851C-174F-9250-FA28CE85DDAD}" dt="2025-02-04T06:40:36.549" v="4134" actId="1076"/>
          <ac:picMkLst>
            <pc:docMk/>
            <pc:sldMk cId="2665549919" sldId="334"/>
            <ac:picMk id="5" creationId="{7C2AF1A3-19F2-EBAD-2F2A-B38625EA336D}"/>
          </ac:picMkLst>
        </pc:picChg>
      </pc:sldChg>
      <pc:sldChg chg="addSp delSp modSp new add del mod">
        <pc:chgData name="Romano, M. Carmen" userId="aa8fdb40-17a6-4858-bc4e-f32e31186fd2" providerId="ADAL" clId="{6222C6E9-851C-174F-9250-FA28CE85DDAD}" dt="2025-03-16T08:23:24.184" v="4989" actId="2696"/>
        <pc:sldMkLst>
          <pc:docMk/>
          <pc:sldMk cId="2150084374" sldId="335"/>
        </pc:sldMkLst>
        <pc:spChg chg="mod">
          <ac:chgData name="Romano, M. Carmen" userId="aa8fdb40-17a6-4858-bc4e-f32e31186fd2" providerId="ADAL" clId="{6222C6E9-851C-174F-9250-FA28CE85DDAD}" dt="2025-02-04T06:52:01.904" v="4454" actId="114"/>
          <ac:spMkLst>
            <pc:docMk/>
            <pc:sldMk cId="2150084374" sldId="335"/>
            <ac:spMk id="2" creationId="{D91A0914-CFE3-C7AB-B4C6-43144FBD0112}"/>
          </ac:spMkLst>
        </pc:spChg>
        <pc:spChg chg="add mod">
          <ac:chgData name="Romano, M. Carmen" userId="aa8fdb40-17a6-4858-bc4e-f32e31186fd2" providerId="ADAL" clId="{6222C6E9-851C-174F-9250-FA28CE85DDAD}" dt="2025-02-04T06:42:29.017" v="4183" actId="164"/>
          <ac:spMkLst>
            <pc:docMk/>
            <pc:sldMk cId="2150084374" sldId="335"/>
            <ac:spMk id="5" creationId="{FCCEA2F2-DC8B-04FE-B5CE-24B3C8A301A5}"/>
          </ac:spMkLst>
        </pc:spChg>
        <pc:grpChg chg="add mod">
          <ac:chgData name="Romano, M. Carmen" userId="aa8fdb40-17a6-4858-bc4e-f32e31186fd2" providerId="ADAL" clId="{6222C6E9-851C-174F-9250-FA28CE85DDAD}" dt="2025-02-04T06:43:54.638" v="4193" actId="1076"/>
          <ac:grpSpMkLst>
            <pc:docMk/>
            <pc:sldMk cId="2150084374" sldId="335"/>
            <ac:grpSpMk id="6" creationId="{A0CB1CAF-EAFF-208D-8AC2-AB351789A394}"/>
          </ac:grpSpMkLst>
        </pc:grpChg>
        <pc:picChg chg="add mod">
          <ac:chgData name="Romano, M. Carmen" userId="aa8fdb40-17a6-4858-bc4e-f32e31186fd2" providerId="ADAL" clId="{6222C6E9-851C-174F-9250-FA28CE85DDAD}" dt="2025-02-04T06:42:29.017" v="4183" actId="164"/>
          <ac:picMkLst>
            <pc:docMk/>
            <pc:sldMk cId="2150084374" sldId="335"/>
            <ac:picMk id="4" creationId="{EAEDD660-6D0C-6029-0864-0AA13601BF67}"/>
          </ac:picMkLst>
        </pc:picChg>
      </pc:sldChg>
      <pc:sldChg chg="addSp delSp modSp new add del mod">
        <pc:chgData name="Romano, M. Carmen" userId="aa8fdb40-17a6-4858-bc4e-f32e31186fd2" providerId="ADAL" clId="{6222C6E9-851C-174F-9250-FA28CE85DDAD}" dt="2025-03-16T08:23:24.125" v="4986" actId="2696"/>
        <pc:sldMkLst>
          <pc:docMk/>
          <pc:sldMk cId="3150809243" sldId="336"/>
        </pc:sldMkLst>
        <pc:spChg chg="mod">
          <ac:chgData name="Romano, M. Carmen" userId="aa8fdb40-17a6-4858-bc4e-f32e31186fd2" providerId="ADAL" clId="{6222C6E9-851C-174F-9250-FA28CE85DDAD}" dt="2025-02-04T06:51:55.189" v="4453" actId="114"/>
          <ac:spMkLst>
            <pc:docMk/>
            <pc:sldMk cId="3150809243" sldId="336"/>
            <ac:spMk id="2" creationId="{E06C82E4-868F-B639-EA44-8AA51CE16A2A}"/>
          </ac:spMkLst>
        </pc:spChg>
        <pc:spChg chg="add mod">
          <ac:chgData name="Romano, M. Carmen" userId="aa8fdb40-17a6-4858-bc4e-f32e31186fd2" providerId="ADAL" clId="{6222C6E9-851C-174F-9250-FA28CE85DDAD}" dt="2025-02-04T06:44:38.344" v="4205" actId="164"/>
          <ac:spMkLst>
            <pc:docMk/>
            <pc:sldMk cId="3150809243" sldId="336"/>
            <ac:spMk id="5" creationId="{FDF3D5FE-F80F-670B-32AC-B4F328C90BAF}"/>
          </ac:spMkLst>
        </pc:spChg>
        <pc:grpChg chg="add mod">
          <ac:chgData name="Romano, M. Carmen" userId="aa8fdb40-17a6-4858-bc4e-f32e31186fd2" providerId="ADAL" clId="{6222C6E9-851C-174F-9250-FA28CE85DDAD}" dt="2025-02-04T06:44:38.344" v="4205" actId="164"/>
          <ac:grpSpMkLst>
            <pc:docMk/>
            <pc:sldMk cId="3150809243" sldId="336"/>
            <ac:grpSpMk id="6" creationId="{5A285C9C-2438-C5F1-F1F4-7438C292FC6D}"/>
          </ac:grpSpMkLst>
        </pc:grpChg>
        <pc:picChg chg="add mod">
          <ac:chgData name="Romano, M. Carmen" userId="aa8fdb40-17a6-4858-bc4e-f32e31186fd2" providerId="ADAL" clId="{6222C6E9-851C-174F-9250-FA28CE85DDAD}" dt="2025-02-04T06:44:38.344" v="4205" actId="164"/>
          <ac:picMkLst>
            <pc:docMk/>
            <pc:sldMk cId="3150809243" sldId="336"/>
            <ac:picMk id="4" creationId="{AAAB4B5F-6888-6AEC-19EC-C2AD4D7310FC}"/>
          </ac:picMkLst>
        </pc:picChg>
      </pc:sldChg>
      <pc:sldChg chg="addSp modSp new add del mod">
        <pc:chgData name="Romano, M. Carmen" userId="aa8fdb40-17a6-4858-bc4e-f32e31186fd2" providerId="ADAL" clId="{6222C6E9-851C-174F-9250-FA28CE85DDAD}" dt="2025-03-16T08:23:24.117" v="4983" actId="2696"/>
        <pc:sldMkLst>
          <pc:docMk/>
          <pc:sldMk cId="1023233178" sldId="337"/>
        </pc:sldMkLst>
        <pc:spChg chg="mod">
          <ac:chgData name="Romano, M. Carmen" userId="aa8fdb40-17a6-4858-bc4e-f32e31186fd2" providerId="ADAL" clId="{6222C6E9-851C-174F-9250-FA28CE85DDAD}" dt="2025-02-04T06:53:10.981" v="4478" actId="1035"/>
          <ac:spMkLst>
            <pc:docMk/>
            <pc:sldMk cId="1023233178" sldId="337"/>
            <ac:spMk id="2" creationId="{98415B36-5DEE-3873-7C6A-3920563038DD}"/>
          </ac:spMkLst>
        </pc:spChg>
        <pc:spChg chg="mod">
          <ac:chgData name="Romano, M. Carmen" userId="aa8fdb40-17a6-4858-bc4e-f32e31186fd2" providerId="ADAL" clId="{6222C6E9-851C-174F-9250-FA28CE85DDAD}" dt="2025-02-04T06:53:37.512" v="4567" actId="14100"/>
          <ac:spMkLst>
            <pc:docMk/>
            <pc:sldMk cId="1023233178" sldId="337"/>
            <ac:spMk id="3" creationId="{CF5442E0-F0BB-A8CA-B3AA-181B6BD15070}"/>
          </ac:spMkLst>
        </pc:spChg>
        <pc:picChg chg="add mod">
          <ac:chgData name="Romano, M. Carmen" userId="aa8fdb40-17a6-4858-bc4e-f32e31186fd2" providerId="ADAL" clId="{6222C6E9-851C-174F-9250-FA28CE85DDAD}" dt="2025-02-04T06:53:28.131" v="4563" actId="1035"/>
          <ac:picMkLst>
            <pc:docMk/>
            <pc:sldMk cId="1023233178" sldId="337"/>
            <ac:picMk id="4" creationId="{2653FDFA-D801-2147-FBE5-559BC062A934}"/>
          </ac:picMkLst>
        </pc:picChg>
        <pc:picChg chg="add mod">
          <ac:chgData name="Romano, M. Carmen" userId="aa8fdb40-17a6-4858-bc4e-f32e31186fd2" providerId="ADAL" clId="{6222C6E9-851C-174F-9250-FA28CE85DDAD}" dt="2025-02-04T06:53:44.234" v="4571" actId="14100"/>
          <ac:picMkLst>
            <pc:docMk/>
            <pc:sldMk cId="1023233178" sldId="337"/>
            <ac:picMk id="5" creationId="{69E8817F-C574-F75D-D317-04D27A4AF4B4}"/>
          </ac:picMkLst>
        </pc:picChg>
      </pc:sldChg>
      <pc:sldChg chg="add del">
        <pc:chgData name="Romano, M. Carmen" userId="aa8fdb40-17a6-4858-bc4e-f32e31186fd2" providerId="ADAL" clId="{6222C6E9-851C-174F-9250-FA28CE85DDAD}" dt="2025-02-04T06:45:57.236" v="4211" actId="2696"/>
        <pc:sldMkLst>
          <pc:docMk/>
          <pc:sldMk cId="3118412357" sldId="337"/>
        </pc:sldMkLst>
      </pc:sldChg>
      <pc:sldChg chg="addSp delSp modSp new add del mod">
        <pc:chgData name="Romano, M. Carmen" userId="aa8fdb40-17a6-4858-bc4e-f32e31186fd2" providerId="ADAL" clId="{6222C6E9-851C-174F-9250-FA28CE85DDAD}" dt="2025-03-16T08:23:24.125" v="4985" actId="2696"/>
        <pc:sldMkLst>
          <pc:docMk/>
          <pc:sldMk cId="1449987302" sldId="338"/>
        </pc:sldMkLst>
        <pc:spChg chg="mod">
          <ac:chgData name="Romano, M. Carmen" userId="aa8fdb40-17a6-4858-bc4e-f32e31186fd2" providerId="ADAL" clId="{6222C6E9-851C-174F-9250-FA28CE85DDAD}" dt="2025-02-04T06:55:24.023" v="4585" actId="1076"/>
          <ac:spMkLst>
            <pc:docMk/>
            <pc:sldMk cId="1449987302" sldId="338"/>
            <ac:spMk id="2" creationId="{F3E4D1F5-FEBA-4DED-C46C-35286F27F9C0}"/>
          </ac:spMkLst>
        </pc:spChg>
        <pc:spChg chg="add mod">
          <ac:chgData name="Romano, M. Carmen" userId="aa8fdb40-17a6-4858-bc4e-f32e31186fd2" providerId="ADAL" clId="{6222C6E9-851C-174F-9250-FA28CE85DDAD}" dt="2025-02-04T06:55:47.902" v="4588" actId="164"/>
          <ac:spMkLst>
            <pc:docMk/>
            <pc:sldMk cId="1449987302" sldId="338"/>
            <ac:spMk id="5" creationId="{E6F42DF8-27EF-1E0A-1891-6EB43A49BFBA}"/>
          </ac:spMkLst>
        </pc:spChg>
        <pc:grpChg chg="add mod">
          <ac:chgData name="Romano, M. Carmen" userId="aa8fdb40-17a6-4858-bc4e-f32e31186fd2" providerId="ADAL" clId="{6222C6E9-851C-174F-9250-FA28CE85DDAD}" dt="2025-02-04T06:55:47.902" v="4588" actId="164"/>
          <ac:grpSpMkLst>
            <pc:docMk/>
            <pc:sldMk cId="1449987302" sldId="338"/>
            <ac:grpSpMk id="6" creationId="{1F0AE2E7-AA7B-EEE0-CA9A-BCAAB5CB3F82}"/>
          </ac:grpSpMkLst>
        </pc:grpChg>
        <pc:picChg chg="add mod">
          <ac:chgData name="Romano, M. Carmen" userId="aa8fdb40-17a6-4858-bc4e-f32e31186fd2" providerId="ADAL" clId="{6222C6E9-851C-174F-9250-FA28CE85DDAD}" dt="2025-02-04T06:55:47.902" v="4588" actId="164"/>
          <ac:picMkLst>
            <pc:docMk/>
            <pc:sldMk cId="1449987302" sldId="338"/>
            <ac:picMk id="4" creationId="{C7FB89BB-754F-A8E1-FA7A-78BFF5DE39F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EDF3A-E169-0A6A-1BAF-B885CDE5491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D83259E-0D7E-DEFA-28E8-A5D0B22BAE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99C3C8A-89BE-6586-7942-74048DE26EBA}"/>
              </a:ext>
            </a:extLst>
          </p:cNvPr>
          <p:cNvSpPr>
            <a:spLocks noGrp="1"/>
          </p:cNvSpPr>
          <p:nvPr>
            <p:ph type="dt" sz="half" idx="10"/>
          </p:nvPr>
        </p:nvSpPr>
        <p:spPr/>
        <p:txBody>
          <a:bodyPr/>
          <a:lstStyle/>
          <a:p>
            <a:fld id="{BCAA3F98-2A48-CB4E-A79C-D59961F5AF6A}" type="datetimeFigureOut">
              <a:rPr lang="en-US" smtClean="0"/>
              <a:t>3/16/25</a:t>
            </a:fld>
            <a:endParaRPr lang="en-US"/>
          </a:p>
        </p:txBody>
      </p:sp>
      <p:sp>
        <p:nvSpPr>
          <p:cNvPr id="5" name="Footer Placeholder 4">
            <a:extLst>
              <a:ext uri="{FF2B5EF4-FFF2-40B4-BE49-F238E27FC236}">
                <a16:creationId xmlns:a16="http://schemas.microsoft.com/office/drawing/2014/main" id="{2FDEB6D5-BCD1-B540-92EB-EE93E7BCED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12DCE7-987C-3513-877F-E668426D1377}"/>
              </a:ext>
            </a:extLst>
          </p:cNvPr>
          <p:cNvSpPr>
            <a:spLocks noGrp="1"/>
          </p:cNvSpPr>
          <p:nvPr>
            <p:ph type="sldNum" sz="quarter" idx="12"/>
          </p:nvPr>
        </p:nvSpPr>
        <p:spPr/>
        <p:txBody>
          <a:bodyPr/>
          <a:lstStyle/>
          <a:p>
            <a:fld id="{79CED5D4-28A9-B042-8A7A-6040C0CA6826}" type="slidenum">
              <a:rPr lang="en-US" smtClean="0"/>
              <a:t>‹#›</a:t>
            </a:fld>
            <a:endParaRPr lang="en-US"/>
          </a:p>
        </p:txBody>
      </p:sp>
    </p:spTree>
    <p:extLst>
      <p:ext uri="{BB962C8B-B14F-4D97-AF65-F5344CB8AC3E}">
        <p14:creationId xmlns:p14="http://schemas.microsoft.com/office/powerpoint/2010/main" val="1083481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658B3-0F26-9E35-B3C3-FDA984A1A6F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5DCA43-6371-1F1A-AD15-2DEBE00F037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C28CAAE-04BE-C5E4-FD21-68C7E4D0F7C1}"/>
              </a:ext>
            </a:extLst>
          </p:cNvPr>
          <p:cNvSpPr>
            <a:spLocks noGrp="1"/>
          </p:cNvSpPr>
          <p:nvPr>
            <p:ph type="dt" sz="half" idx="10"/>
          </p:nvPr>
        </p:nvSpPr>
        <p:spPr/>
        <p:txBody>
          <a:bodyPr/>
          <a:lstStyle/>
          <a:p>
            <a:fld id="{BCAA3F98-2A48-CB4E-A79C-D59961F5AF6A}" type="datetimeFigureOut">
              <a:rPr lang="en-US" smtClean="0"/>
              <a:t>3/16/25</a:t>
            </a:fld>
            <a:endParaRPr lang="en-US"/>
          </a:p>
        </p:txBody>
      </p:sp>
      <p:sp>
        <p:nvSpPr>
          <p:cNvPr id="5" name="Footer Placeholder 4">
            <a:extLst>
              <a:ext uri="{FF2B5EF4-FFF2-40B4-BE49-F238E27FC236}">
                <a16:creationId xmlns:a16="http://schemas.microsoft.com/office/drawing/2014/main" id="{ACFDA715-B1CB-0744-5B2B-9200D2FBB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DEE35D-25C1-ED61-2AAF-FF5404EB73C0}"/>
              </a:ext>
            </a:extLst>
          </p:cNvPr>
          <p:cNvSpPr>
            <a:spLocks noGrp="1"/>
          </p:cNvSpPr>
          <p:nvPr>
            <p:ph type="sldNum" sz="quarter" idx="12"/>
          </p:nvPr>
        </p:nvSpPr>
        <p:spPr/>
        <p:txBody>
          <a:bodyPr/>
          <a:lstStyle/>
          <a:p>
            <a:fld id="{79CED5D4-28A9-B042-8A7A-6040C0CA6826}" type="slidenum">
              <a:rPr lang="en-US" smtClean="0"/>
              <a:t>‹#›</a:t>
            </a:fld>
            <a:endParaRPr lang="en-US"/>
          </a:p>
        </p:txBody>
      </p:sp>
    </p:spTree>
    <p:extLst>
      <p:ext uri="{BB962C8B-B14F-4D97-AF65-F5344CB8AC3E}">
        <p14:creationId xmlns:p14="http://schemas.microsoft.com/office/powerpoint/2010/main" val="730095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A8153-696F-4F21-7AC4-AA253AF5FA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E400F4A-3D33-F84F-77CD-5865EE6BC6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101D594-BD40-B002-4791-E5BF9A743FF0}"/>
              </a:ext>
            </a:extLst>
          </p:cNvPr>
          <p:cNvSpPr>
            <a:spLocks noGrp="1"/>
          </p:cNvSpPr>
          <p:nvPr>
            <p:ph type="dt" sz="half" idx="10"/>
          </p:nvPr>
        </p:nvSpPr>
        <p:spPr/>
        <p:txBody>
          <a:bodyPr/>
          <a:lstStyle/>
          <a:p>
            <a:fld id="{BCAA3F98-2A48-CB4E-A79C-D59961F5AF6A}" type="datetimeFigureOut">
              <a:rPr lang="en-US" smtClean="0"/>
              <a:t>3/16/25</a:t>
            </a:fld>
            <a:endParaRPr lang="en-US"/>
          </a:p>
        </p:txBody>
      </p:sp>
      <p:sp>
        <p:nvSpPr>
          <p:cNvPr id="5" name="Footer Placeholder 4">
            <a:extLst>
              <a:ext uri="{FF2B5EF4-FFF2-40B4-BE49-F238E27FC236}">
                <a16:creationId xmlns:a16="http://schemas.microsoft.com/office/drawing/2014/main" id="{FAF28ABA-8D9F-F870-37C9-CB12A017AB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E41C8D-B1A5-4D6F-E1D6-C8AF8266AF70}"/>
              </a:ext>
            </a:extLst>
          </p:cNvPr>
          <p:cNvSpPr>
            <a:spLocks noGrp="1"/>
          </p:cNvSpPr>
          <p:nvPr>
            <p:ph type="sldNum" sz="quarter" idx="12"/>
          </p:nvPr>
        </p:nvSpPr>
        <p:spPr/>
        <p:txBody>
          <a:bodyPr/>
          <a:lstStyle/>
          <a:p>
            <a:fld id="{79CED5D4-28A9-B042-8A7A-6040C0CA6826}" type="slidenum">
              <a:rPr lang="en-US" smtClean="0"/>
              <a:t>‹#›</a:t>
            </a:fld>
            <a:endParaRPr lang="en-US"/>
          </a:p>
        </p:txBody>
      </p:sp>
    </p:spTree>
    <p:extLst>
      <p:ext uri="{BB962C8B-B14F-4D97-AF65-F5344CB8AC3E}">
        <p14:creationId xmlns:p14="http://schemas.microsoft.com/office/powerpoint/2010/main" val="1196082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2741C-DB23-58A7-E861-3FC14F698DA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2F0CF16-A14B-6521-22AE-48B3D04B20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85E8BAC-5531-A903-DE0B-71F121A3146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E0B3E68-029E-00AE-E632-4907E3A7237C}"/>
              </a:ext>
            </a:extLst>
          </p:cNvPr>
          <p:cNvSpPr>
            <a:spLocks noGrp="1"/>
          </p:cNvSpPr>
          <p:nvPr>
            <p:ph type="dt" sz="half" idx="10"/>
          </p:nvPr>
        </p:nvSpPr>
        <p:spPr/>
        <p:txBody>
          <a:bodyPr/>
          <a:lstStyle/>
          <a:p>
            <a:fld id="{BCAA3F98-2A48-CB4E-A79C-D59961F5AF6A}" type="datetimeFigureOut">
              <a:rPr lang="en-US" smtClean="0"/>
              <a:t>3/16/25</a:t>
            </a:fld>
            <a:endParaRPr lang="en-US"/>
          </a:p>
        </p:txBody>
      </p:sp>
      <p:sp>
        <p:nvSpPr>
          <p:cNvPr id="6" name="Footer Placeholder 5">
            <a:extLst>
              <a:ext uri="{FF2B5EF4-FFF2-40B4-BE49-F238E27FC236}">
                <a16:creationId xmlns:a16="http://schemas.microsoft.com/office/drawing/2014/main" id="{63A18127-3DDF-0E3C-C289-7C147C4319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C34178-D8AA-121B-5AD4-81050A575771}"/>
              </a:ext>
            </a:extLst>
          </p:cNvPr>
          <p:cNvSpPr>
            <a:spLocks noGrp="1"/>
          </p:cNvSpPr>
          <p:nvPr>
            <p:ph type="sldNum" sz="quarter" idx="12"/>
          </p:nvPr>
        </p:nvSpPr>
        <p:spPr/>
        <p:txBody>
          <a:bodyPr/>
          <a:lstStyle/>
          <a:p>
            <a:fld id="{79CED5D4-28A9-B042-8A7A-6040C0CA6826}" type="slidenum">
              <a:rPr lang="en-US" smtClean="0"/>
              <a:t>‹#›</a:t>
            </a:fld>
            <a:endParaRPr lang="en-US"/>
          </a:p>
        </p:txBody>
      </p:sp>
    </p:spTree>
    <p:extLst>
      <p:ext uri="{BB962C8B-B14F-4D97-AF65-F5344CB8AC3E}">
        <p14:creationId xmlns:p14="http://schemas.microsoft.com/office/powerpoint/2010/main" val="434145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2D59D-F964-DD04-ED79-59808E5FF83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9A3A952-B99B-932E-748E-7ED9FB7783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190483A-D63A-B15A-FCE2-B197AD0BB6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7C9BA32-DF8D-5595-61F9-55CAA9DB04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3788939-9D4A-1920-1FE8-1DF61EC2B64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7B655D9-07CB-5504-35A6-DFBCFE550D1E}"/>
              </a:ext>
            </a:extLst>
          </p:cNvPr>
          <p:cNvSpPr>
            <a:spLocks noGrp="1"/>
          </p:cNvSpPr>
          <p:nvPr>
            <p:ph type="dt" sz="half" idx="10"/>
          </p:nvPr>
        </p:nvSpPr>
        <p:spPr/>
        <p:txBody>
          <a:bodyPr/>
          <a:lstStyle/>
          <a:p>
            <a:fld id="{BCAA3F98-2A48-CB4E-A79C-D59961F5AF6A}" type="datetimeFigureOut">
              <a:rPr lang="en-US" smtClean="0"/>
              <a:t>3/16/25</a:t>
            </a:fld>
            <a:endParaRPr lang="en-US"/>
          </a:p>
        </p:txBody>
      </p:sp>
      <p:sp>
        <p:nvSpPr>
          <p:cNvPr id="8" name="Footer Placeholder 7">
            <a:extLst>
              <a:ext uri="{FF2B5EF4-FFF2-40B4-BE49-F238E27FC236}">
                <a16:creationId xmlns:a16="http://schemas.microsoft.com/office/drawing/2014/main" id="{C2D4F1CC-9FC1-653D-2E4D-9607AE161F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83BDF8-14B7-3EE6-3C09-FCA67EC787BB}"/>
              </a:ext>
            </a:extLst>
          </p:cNvPr>
          <p:cNvSpPr>
            <a:spLocks noGrp="1"/>
          </p:cNvSpPr>
          <p:nvPr>
            <p:ph type="sldNum" sz="quarter" idx="12"/>
          </p:nvPr>
        </p:nvSpPr>
        <p:spPr/>
        <p:txBody>
          <a:bodyPr/>
          <a:lstStyle/>
          <a:p>
            <a:fld id="{79CED5D4-28A9-B042-8A7A-6040C0CA6826}" type="slidenum">
              <a:rPr lang="en-US" smtClean="0"/>
              <a:t>‹#›</a:t>
            </a:fld>
            <a:endParaRPr lang="en-US"/>
          </a:p>
        </p:txBody>
      </p:sp>
    </p:spTree>
    <p:extLst>
      <p:ext uri="{BB962C8B-B14F-4D97-AF65-F5344CB8AC3E}">
        <p14:creationId xmlns:p14="http://schemas.microsoft.com/office/powerpoint/2010/main" val="3581601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930A8-A686-9060-9215-EE8B51179B4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FC867FF-7D95-276C-8379-ACD9D401A027}"/>
              </a:ext>
            </a:extLst>
          </p:cNvPr>
          <p:cNvSpPr>
            <a:spLocks noGrp="1"/>
          </p:cNvSpPr>
          <p:nvPr>
            <p:ph type="dt" sz="half" idx="10"/>
          </p:nvPr>
        </p:nvSpPr>
        <p:spPr/>
        <p:txBody>
          <a:bodyPr/>
          <a:lstStyle/>
          <a:p>
            <a:fld id="{BCAA3F98-2A48-CB4E-A79C-D59961F5AF6A}" type="datetimeFigureOut">
              <a:rPr lang="en-US" smtClean="0"/>
              <a:t>3/16/25</a:t>
            </a:fld>
            <a:endParaRPr lang="en-US"/>
          </a:p>
        </p:txBody>
      </p:sp>
      <p:sp>
        <p:nvSpPr>
          <p:cNvPr id="4" name="Footer Placeholder 3">
            <a:extLst>
              <a:ext uri="{FF2B5EF4-FFF2-40B4-BE49-F238E27FC236}">
                <a16:creationId xmlns:a16="http://schemas.microsoft.com/office/drawing/2014/main" id="{C5254DE2-06BC-A969-1AB5-8D279746FE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7F4B2E-E9F0-4E7F-D756-DBDE060D5DAE}"/>
              </a:ext>
            </a:extLst>
          </p:cNvPr>
          <p:cNvSpPr>
            <a:spLocks noGrp="1"/>
          </p:cNvSpPr>
          <p:nvPr>
            <p:ph type="sldNum" sz="quarter" idx="12"/>
          </p:nvPr>
        </p:nvSpPr>
        <p:spPr/>
        <p:txBody>
          <a:bodyPr/>
          <a:lstStyle/>
          <a:p>
            <a:fld id="{79CED5D4-28A9-B042-8A7A-6040C0CA6826}" type="slidenum">
              <a:rPr lang="en-US" smtClean="0"/>
              <a:t>‹#›</a:t>
            </a:fld>
            <a:endParaRPr lang="en-US"/>
          </a:p>
        </p:txBody>
      </p:sp>
    </p:spTree>
    <p:extLst>
      <p:ext uri="{BB962C8B-B14F-4D97-AF65-F5344CB8AC3E}">
        <p14:creationId xmlns:p14="http://schemas.microsoft.com/office/powerpoint/2010/main" val="3825450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F359B0-3404-3AB0-7706-B955B85E87CA}"/>
              </a:ext>
            </a:extLst>
          </p:cNvPr>
          <p:cNvSpPr>
            <a:spLocks noGrp="1"/>
          </p:cNvSpPr>
          <p:nvPr>
            <p:ph type="dt" sz="half" idx="10"/>
          </p:nvPr>
        </p:nvSpPr>
        <p:spPr/>
        <p:txBody>
          <a:bodyPr/>
          <a:lstStyle/>
          <a:p>
            <a:fld id="{BCAA3F98-2A48-CB4E-A79C-D59961F5AF6A}" type="datetimeFigureOut">
              <a:rPr lang="en-US" smtClean="0"/>
              <a:t>3/16/25</a:t>
            </a:fld>
            <a:endParaRPr lang="en-US"/>
          </a:p>
        </p:txBody>
      </p:sp>
      <p:sp>
        <p:nvSpPr>
          <p:cNvPr id="3" name="Footer Placeholder 2">
            <a:extLst>
              <a:ext uri="{FF2B5EF4-FFF2-40B4-BE49-F238E27FC236}">
                <a16:creationId xmlns:a16="http://schemas.microsoft.com/office/drawing/2014/main" id="{32B0CA24-FA87-CBC6-C601-23D65793C40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78D65F-030A-28AA-D4CA-E6F718FF3367}"/>
              </a:ext>
            </a:extLst>
          </p:cNvPr>
          <p:cNvSpPr>
            <a:spLocks noGrp="1"/>
          </p:cNvSpPr>
          <p:nvPr>
            <p:ph type="sldNum" sz="quarter" idx="12"/>
          </p:nvPr>
        </p:nvSpPr>
        <p:spPr/>
        <p:txBody>
          <a:bodyPr/>
          <a:lstStyle/>
          <a:p>
            <a:fld id="{79CED5D4-28A9-B042-8A7A-6040C0CA6826}" type="slidenum">
              <a:rPr lang="en-US" smtClean="0"/>
              <a:t>‹#›</a:t>
            </a:fld>
            <a:endParaRPr lang="en-US"/>
          </a:p>
        </p:txBody>
      </p:sp>
    </p:spTree>
    <p:extLst>
      <p:ext uri="{BB962C8B-B14F-4D97-AF65-F5344CB8AC3E}">
        <p14:creationId xmlns:p14="http://schemas.microsoft.com/office/powerpoint/2010/main" val="1875390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FE29F-9344-44F3-4106-CF4657806A8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51B2A66-64ED-ECB8-D3AB-14B3ADB4B4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53F6FBF-810F-4396-478B-BF86D176A9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FBDF723-4F12-71C9-C8C5-0B25E7BBC330}"/>
              </a:ext>
            </a:extLst>
          </p:cNvPr>
          <p:cNvSpPr>
            <a:spLocks noGrp="1"/>
          </p:cNvSpPr>
          <p:nvPr>
            <p:ph type="dt" sz="half" idx="10"/>
          </p:nvPr>
        </p:nvSpPr>
        <p:spPr/>
        <p:txBody>
          <a:bodyPr/>
          <a:lstStyle/>
          <a:p>
            <a:fld id="{BCAA3F98-2A48-CB4E-A79C-D59961F5AF6A}" type="datetimeFigureOut">
              <a:rPr lang="en-US" smtClean="0"/>
              <a:t>3/16/25</a:t>
            </a:fld>
            <a:endParaRPr lang="en-US"/>
          </a:p>
        </p:txBody>
      </p:sp>
      <p:sp>
        <p:nvSpPr>
          <p:cNvPr id="6" name="Footer Placeholder 5">
            <a:extLst>
              <a:ext uri="{FF2B5EF4-FFF2-40B4-BE49-F238E27FC236}">
                <a16:creationId xmlns:a16="http://schemas.microsoft.com/office/drawing/2014/main" id="{77ED6FA7-0CC6-67BC-2C1A-82094A0A71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365E58-D76F-9E7E-C0A1-F2F898460650}"/>
              </a:ext>
            </a:extLst>
          </p:cNvPr>
          <p:cNvSpPr>
            <a:spLocks noGrp="1"/>
          </p:cNvSpPr>
          <p:nvPr>
            <p:ph type="sldNum" sz="quarter" idx="12"/>
          </p:nvPr>
        </p:nvSpPr>
        <p:spPr/>
        <p:txBody>
          <a:bodyPr/>
          <a:lstStyle/>
          <a:p>
            <a:fld id="{79CED5D4-28A9-B042-8A7A-6040C0CA6826}" type="slidenum">
              <a:rPr lang="en-US" smtClean="0"/>
              <a:t>‹#›</a:t>
            </a:fld>
            <a:endParaRPr lang="en-US"/>
          </a:p>
        </p:txBody>
      </p:sp>
    </p:spTree>
    <p:extLst>
      <p:ext uri="{BB962C8B-B14F-4D97-AF65-F5344CB8AC3E}">
        <p14:creationId xmlns:p14="http://schemas.microsoft.com/office/powerpoint/2010/main" val="2485592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4C720-27B3-B9B8-EBC9-166EF8D6DCD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1F25C31-4C2E-A19C-0B22-419E88D559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93F67C-0DD8-A6EA-2CC1-D7ACC40289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8D22846-FF64-4943-BF0C-B5F91415984F}"/>
              </a:ext>
            </a:extLst>
          </p:cNvPr>
          <p:cNvSpPr>
            <a:spLocks noGrp="1"/>
          </p:cNvSpPr>
          <p:nvPr>
            <p:ph type="dt" sz="half" idx="10"/>
          </p:nvPr>
        </p:nvSpPr>
        <p:spPr/>
        <p:txBody>
          <a:bodyPr/>
          <a:lstStyle/>
          <a:p>
            <a:fld id="{BCAA3F98-2A48-CB4E-A79C-D59961F5AF6A}" type="datetimeFigureOut">
              <a:rPr lang="en-US" smtClean="0"/>
              <a:t>3/16/25</a:t>
            </a:fld>
            <a:endParaRPr lang="en-US"/>
          </a:p>
        </p:txBody>
      </p:sp>
      <p:sp>
        <p:nvSpPr>
          <p:cNvPr id="6" name="Footer Placeholder 5">
            <a:extLst>
              <a:ext uri="{FF2B5EF4-FFF2-40B4-BE49-F238E27FC236}">
                <a16:creationId xmlns:a16="http://schemas.microsoft.com/office/drawing/2014/main" id="{C88D8506-DFB2-F630-5AA2-AA48702C87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0BE0FA-19A6-CFFB-635F-86B18B55A085}"/>
              </a:ext>
            </a:extLst>
          </p:cNvPr>
          <p:cNvSpPr>
            <a:spLocks noGrp="1"/>
          </p:cNvSpPr>
          <p:nvPr>
            <p:ph type="sldNum" sz="quarter" idx="12"/>
          </p:nvPr>
        </p:nvSpPr>
        <p:spPr/>
        <p:txBody>
          <a:bodyPr/>
          <a:lstStyle/>
          <a:p>
            <a:fld id="{79CED5D4-28A9-B042-8A7A-6040C0CA6826}" type="slidenum">
              <a:rPr lang="en-US" smtClean="0"/>
              <a:t>‹#›</a:t>
            </a:fld>
            <a:endParaRPr lang="en-US"/>
          </a:p>
        </p:txBody>
      </p:sp>
    </p:spTree>
    <p:extLst>
      <p:ext uri="{BB962C8B-B14F-4D97-AF65-F5344CB8AC3E}">
        <p14:creationId xmlns:p14="http://schemas.microsoft.com/office/powerpoint/2010/main" val="1510329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4F507-C396-96CF-5F58-CAB1C853C76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57B4667-BCA5-9DA0-E6F4-94A43A97C83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12CA0BF-4655-90A4-5A1E-BA8EF1B8C5C6}"/>
              </a:ext>
            </a:extLst>
          </p:cNvPr>
          <p:cNvSpPr>
            <a:spLocks noGrp="1"/>
          </p:cNvSpPr>
          <p:nvPr>
            <p:ph type="dt" sz="half" idx="10"/>
          </p:nvPr>
        </p:nvSpPr>
        <p:spPr/>
        <p:txBody>
          <a:bodyPr/>
          <a:lstStyle/>
          <a:p>
            <a:fld id="{BCAA3F98-2A48-CB4E-A79C-D59961F5AF6A}" type="datetimeFigureOut">
              <a:rPr lang="en-US" smtClean="0"/>
              <a:t>3/16/25</a:t>
            </a:fld>
            <a:endParaRPr lang="en-US"/>
          </a:p>
        </p:txBody>
      </p:sp>
      <p:sp>
        <p:nvSpPr>
          <p:cNvPr id="5" name="Footer Placeholder 4">
            <a:extLst>
              <a:ext uri="{FF2B5EF4-FFF2-40B4-BE49-F238E27FC236}">
                <a16:creationId xmlns:a16="http://schemas.microsoft.com/office/drawing/2014/main" id="{232C15B3-DB76-3223-6A6A-9081238034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4FBD11-D837-BC8C-D124-D428D0C42138}"/>
              </a:ext>
            </a:extLst>
          </p:cNvPr>
          <p:cNvSpPr>
            <a:spLocks noGrp="1"/>
          </p:cNvSpPr>
          <p:nvPr>
            <p:ph type="sldNum" sz="quarter" idx="12"/>
          </p:nvPr>
        </p:nvSpPr>
        <p:spPr/>
        <p:txBody>
          <a:bodyPr/>
          <a:lstStyle/>
          <a:p>
            <a:fld id="{79CED5D4-28A9-B042-8A7A-6040C0CA6826}" type="slidenum">
              <a:rPr lang="en-US" smtClean="0"/>
              <a:t>‹#›</a:t>
            </a:fld>
            <a:endParaRPr lang="en-US"/>
          </a:p>
        </p:txBody>
      </p:sp>
    </p:spTree>
    <p:extLst>
      <p:ext uri="{BB962C8B-B14F-4D97-AF65-F5344CB8AC3E}">
        <p14:creationId xmlns:p14="http://schemas.microsoft.com/office/powerpoint/2010/main" val="2192160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4B4956-BAF5-6BA8-0E8B-E32E28FBAA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FD41E13-9077-647D-082F-CAEADF7A9C4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D2DFEA2-9191-6AFA-06EA-0B1002157A43}"/>
              </a:ext>
            </a:extLst>
          </p:cNvPr>
          <p:cNvSpPr>
            <a:spLocks noGrp="1"/>
          </p:cNvSpPr>
          <p:nvPr>
            <p:ph type="dt" sz="half" idx="10"/>
          </p:nvPr>
        </p:nvSpPr>
        <p:spPr/>
        <p:txBody>
          <a:bodyPr/>
          <a:lstStyle/>
          <a:p>
            <a:fld id="{BCAA3F98-2A48-CB4E-A79C-D59961F5AF6A}" type="datetimeFigureOut">
              <a:rPr lang="en-US" smtClean="0"/>
              <a:t>3/16/25</a:t>
            </a:fld>
            <a:endParaRPr lang="en-US"/>
          </a:p>
        </p:txBody>
      </p:sp>
      <p:sp>
        <p:nvSpPr>
          <p:cNvPr id="5" name="Footer Placeholder 4">
            <a:extLst>
              <a:ext uri="{FF2B5EF4-FFF2-40B4-BE49-F238E27FC236}">
                <a16:creationId xmlns:a16="http://schemas.microsoft.com/office/drawing/2014/main" id="{87956855-71DB-AC9A-A181-FF1FFB103C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A02BBB-8B8E-398D-7C21-AD4903F001BF}"/>
              </a:ext>
            </a:extLst>
          </p:cNvPr>
          <p:cNvSpPr>
            <a:spLocks noGrp="1"/>
          </p:cNvSpPr>
          <p:nvPr>
            <p:ph type="sldNum" sz="quarter" idx="12"/>
          </p:nvPr>
        </p:nvSpPr>
        <p:spPr/>
        <p:txBody>
          <a:bodyPr/>
          <a:lstStyle/>
          <a:p>
            <a:fld id="{79CED5D4-28A9-B042-8A7A-6040C0CA6826}" type="slidenum">
              <a:rPr lang="en-US" smtClean="0"/>
              <a:t>‹#›</a:t>
            </a:fld>
            <a:endParaRPr lang="en-US"/>
          </a:p>
        </p:txBody>
      </p:sp>
    </p:spTree>
    <p:extLst>
      <p:ext uri="{BB962C8B-B14F-4D97-AF65-F5344CB8AC3E}">
        <p14:creationId xmlns:p14="http://schemas.microsoft.com/office/powerpoint/2010/main" val="2213709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92BA6F-EA8E-0827-942E-6E06F2E3CA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C7614A-2658-EFC9-4037-B04A81CE10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AD5AA24-730D-4393-24E3-5EE009C390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AA3F98-2A48-CB4E-A79C-D59961F5AF6A}" type="datetimeFigureOut">
              <a:rPr lang="en-US" smtClean="0"/>
              <a:t>3/16/25</a:t>
            </a:fld>
            <a:endParaRPr lang="en-US"/>
          </a:p>
        </p:txBody>
      </p:sp>
      <p:sp>
        <p:nvSpPr>
          <p:cNvPr id="5" name="Footer Placeholder 4">
            <a:extLst>
              <a:ext uri="{FF2B5EF4-FFF2-40B4-BE49-F238E27FC236}">
                <a16:creationId xmlns:a16="http://schemas.microsoft.com/office/drawing/2014/main" id="{08E1C70D-1E8B-F892-C2AE-79C1192E59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BA52B4-7B36-073D-5A4A-D644DA9E90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CED5D4-28A9-B042-8A7A-6040C0CA6826}" type="slidenum">
              <a:rPr lang="en-US" smtClean="0"/>
              <a:t>‹#›</a:t>
            </a:fld>
            <a:endParaRPr lang="en-US"/>
          </a:p>
        </p:txBody>
      </p:sp>
    </p:spTree>
    <p:extLst>
      <p:ext uri="{BB962C8B-B14F-4D97-AF65-F5344CB8AC3E}">
        <p14:creationId xmlns:p14="http://schemas.microsoft.com/office/powerpoint/2010/main" val="123482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18" Type="http://schemas.openxmlformats.org/officeDocument/2006/relationships/image" Target="../media/image63.png"/><Relationship Id="rId26" Type="http://schemas.openxmlformats.org/officeDocument/2006/relationships/image" Target="../media/image18.png"/><Relationship Id="rId3" Type="http://schemas.openxmlformats.org/officeDocument/2006/relationships/image" Target="../media/image17.png"/><Relationship Id="rId21" Type="http://schemas.openxmlformats.org/officeDocument/2006/relationships/image" Target="../media/image66.png"/><Relationship Id="rId7" Type="http://schemas.openxmlformats.org/officeDocument/2006/relationships/image" Target="../media/image52.png"/><Relationship Id="rId12" Type="http://schemas.openxmlformats.org/officeDocument/2006/relationships/image" Target="../media/image57.png"/><Relationship Id="rId17" Type="http://schemas.openxmlformats.org/officeDocument/2006/relationships/image" Target="../media/image62.png"/><Relationship Id="rId25" Type="http://schemas.openxmlformats.org/officeDocument/2006/relationships/image" Target="../media/image70.png"/><Relationship Id="rId2" Type="http://schemas.openxmlformats.org/officeDocument/2006/relationships/image" Target="../media/image16.png"/><Relationship Id="rId16" Type="http://schemas.openxmlformats.org/officeDocument/2006/relationships/image" Target="../media/image61.png"/><Relationship Id="rId20"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51.png"/><Relationship Id="rId11" Type="http://schemas.openxmlformats.org/officeDocument/2006/relationships/image" Target="../media/image56.png"/><Relationship Id="rId24" Type="http://schemas.openxmlformats.org/officeDocument/2006/relationships/image" Target="../media/image69.png"/><Relationship Id="rId5" Type="http://schemas.openxmlformats.org/officeDocument/2006/relationships/image" Target="../media/image50.png"/><Relationship Id="rId15" Type="http://schemas.openxmlformats.org/officeDocument/2006/relationships/image" Target="../media/image60.png"/><Relationship Id="rId23" Type="http://schemas.openxmlformats.org/officeDocument/2006/relationships/image" Target="../media/image68.png"/><Relationship Id="rId28" Type="http://schemas.openxmlformats.org/officeDocument/2006/relationships/image" Target="../media/image20.png"/><Relationship Id="rId10" Type="http://schemas.openxmlformats.org/officeDocument/2006/relationships/image" Target="../media/image55.png"/><Relationship Id="rId19" Type="http://schemas.openxmlformats.org/officeDocument/2006/relationships/image" Target="../media/image64.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 Id="rId22" Type="http://schemas.openxmlformats.org/officeDocument/2006/relationships/image" Target="../media/image67.png"/><Relationship Id="rId27"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7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71.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2.png"/><Relationship Id="rId4" Type="http://schemas.openxmlformats.org/officeDocument/2006/relationships/image" Target="../media/image75.png"/></Relationships>
</file>

<file path=ppt/slides/_rels/slide24.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2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D6D76-E4EF-705B-2B93-B3E93272E97D}"/>
              </a:ext>
            </a:extLst>
          </p:cNvPr>
          <p:cNvSpPr>
            <a:spLocks noGrp="1"/>
          </p:cNvSpPr>
          <p:nvPr>
            <p:ph type="ctrTitle"/>
          </p:nvPr>
        </p:nvSpPr>
        <p:spPr/>
        <p:txBody>
          <a:bodyPr/>
          <a:lstStyle/>
          <a:p>
            <a:r>
              <a:rPr lang="en-US" dirty="0">
                <a:solidFill>
                  <a:srgbClr val="0070C0"/>
                </a:solidFill>
              </a:rPr>
              <a:t>Distributions</a:t>
            </a:r>
          </a:p>
        </p:txBody>
      </p:sp>
    </p:spTree>
    <p:extLst>
      <p:ext uri="{BB962C8B-B14F-4D97-AF65-F5344CB8AC3E}">
        <p14:creationId xmlns:p14="http://schemas.microsoft.com/office/powerpoint/2010/main" val="2960838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BBA86-DFE3-608C-AD29-3E2D3EC038A5}"/>
              </a:ext>
            </a:extLst>
          </p:cNvPr>
          <p:cNvSpPr>
            <a:spLocks noGrp="1"/>
          </p:cNvSpPr>
          <p:nvPr>
            <p:ph type="title"/>
          </p:nvPr>
        </p:nvSpPr>
        <p:spPr/>
        <p:txBody>
          <a:bodyPr/>
          <a:lstStyle/>
          <a:p>
            <a:r>
              <a:rPr lang="en-US" dirty="0">
                <a:solidFill>
                  <a:srgbClr val="0070C0"/>
                </a:solidFill>
              </a:rPr>
              <a:t>Motivation</a:t>
            </a:r>
          </a:p>
        </p:txBody>
      </p:sp>
      <p:sp>
        <p:nvSpPr>
          <p:cNvPr id="3" name="Content Placeholder 2">
            <a:extLst>
              <a:ext uri="{FF2B5EF4-FFF2-40B4-BE49-F238E27FC236}">
                <a16:creationId xmlns:a16="http://schemas.microsoft.com/office/drawing/2014/main" id="{3C23551C-2F20-37C7-FC96-4DAF1FF65584}"/>
              </a:ext>
            </a:extLst>
          </p:cNvPr>
          <p:cNvSpPr>
            <a:spLocks noGrp="1"/>
          </p:cNvSpPr>
          <p:nvPr>
            <p:ph idx="1"/>
          </p:nvPr>
        </p:nvSpPr>
        <p:spPr/>
        <p:txBody>
          <a:bodyPr/>
          <a:lstStyle/>
          <a:p>
            <a:r>
              <a:rPr lang="en-US" dirty="0"/>
              <a:t>Overview of most common distributions, widely used to describe different types of events.</a:t>
            </a:r>
          </a:p>
          <a:p>
            <a:r>
              <a:rPr lang="en-US" dirty="0"/>
              <a:t>The form of the distribution can vary depending on the nature and complexity of the phenomenon that we describe.</a:t>
            </a:r>
          </a:p>
          <a:p>
            <a:r>
              <a:rPr lang="en-US" dirty="0">
                <a:solidFill>
                  <a:srgbClr val="00B050"/>
                </a:solidFill>
              </a:rPr>
              <a:t>Discrete </a:t>
            </a:r>
            <a:r>
              <a:rPr lang="en-US" dirty="0"/>
              <a:t>and </a:t>
            </a:r>
            <a:r>
              <a:rPr lang="en-US" dirty="0">
                <a:solidFill>
                  <a:srgbClr val="00B0F0"/>
                </a:solidFill>
              </a:rPr>
              <a:t>continuous</a:t>
            </a:r>
            <a:r>
              <a:rPr lang="en-US" dirty="0"/>
              <a:t> distributions.</a:t>
            </a:r>
          </a:p>
        </p:txBody>
      </p:sp>
    </p:spTree>
    <p:extLst>
      <p:ext uri="{BB962C8B-B14F-4D97-AF65-F5344CB8AC3E}">
        <p14:creationId xmlns:p14="http://schemas.microsoft.com/office/powerpoint/2010/main" val="737249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D843-0C7B-068E-5F67-2DF61B5BC7D7}"/>
              </a:ext>
            </a:extLst>
          </p:cNvPr>
          <p:cNvSpPr>
            <a:spLocks noGrp="1"/>
          </p:cNvSpPr>
          <p:nvPr>
            <p:ph type="title"/>
          </p:nvPr>
        </p:nvSpPr>
        <p:spPr/>
        <p:txBody>
          <a:bodyPr/>
          <a:lstStyle/>
          <a:p>
            <a:r>
              <a:rPr lang="en-US" dirty="0">
                <a:solidFill>
                  <a:srgbClr val="0070C0"/>
                </a:solidFill>
              </a:rPr>
              <a:t>Discrete distributions</a:t>
            </a:r>
          </a:p>
        </p:txBody>
      </p:sp>
      <p:sp>
        <p:nvSpPr>
          <p:cNvPr id="3" name="Content Placeholder 2">
            <a:extLst>
              <a:ext uri="{FF2B5EF4-FFF2-40B4-BE49-F238E27FC236}">
                <a16:creationId xmlns:a16="http://schemas.microsoft.com/office/drawing/2014/main" id="{C45C1240-A4DD-CC70-292B-158BC7BB60EB}"/>
              </a:ext>
            </a:extLst>
          </p:cNvPr>
          <p:cNvSpPr>
            <a:spLocks noGrp="1"/>
          </p:cNvSpPr>
          <p:nvPr>
            <p:ph idx="1"/>
          </p:nvPr>
        </p:nvSpPr>
        <p:spPr/>
        <p:txBody>
          <a:bodyPr/>
          <a:lstStyle/>
          <a:p>
            <a:r>
              <a:rPr lang="en-US" dirty="0"/>
              <a:t>Bernoulli</a:t>
            </a:r>
          </a:p>
          <a:p>
            <a:r>
              <a:rPr lang="en-US" dirty="0"/>
              <a:t>Binomial</a:t>
            </a:r>
          </a:p>
          <a:p>
            <a:r>
              <a:rPr lang="en-US" dirty="0"/>
              <a:t>Poisson</a:t>
            </a:r>
          </a:p>
        </p:txBody>
      </p:sp>
    </p:spTree>
    <p:extLst>
      <p:ext uri="{BB962C8B-B14F-4D97-AF65-F5344CB8AC3E}">
        <p14:creationId xmlns:p14="http://schemas.microsoft.com/office/powerpoint/2010/main" val="3013747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0ED3B-5EEC-B8CA-DAED-0C03862173B7}"/>
              </a:ext>
            </a:extLst>
          </p:cNvPr>
          <p:cNvSpPr>
            <a:spLocks noGrp="1"/>
          </p:cNvSpPr>
          <p:nvPr>
            <p:ph type="title"/>
          </p:nvPr>
        </p:nvSpPr>
        <p:spPr/>
        <p:txBody>
          <a:bodyPr/>
          <a:lstStyle/>
          <a:p>
            <a:r>
              <a:rPr lang="en-US" dirty="0">
                <a:solidFill>
                  <a:srgbClr val="0070C0"/>
                </a:solidFill>
              </a:rPr>
              <a:t>Bernoulli distribution</a:t>
            </a:r>
          </a:p>
        </p:txBody>
      </p:sp>
      <p:sp>
        <p:nvSpPr>
          <p:cNvPr id="3" name="Content Placeholder 2">
            <a:extLst>
              <a:ext uri="{FF2B5EF4-FFF2-40B4-BE49-F238E27FC236}">
                <a16:creationId xmlns:a16="http://schemas.microsoft.com/office/drawing/2014/main" id="{54D892AA-BCCB-554B-E233-EE740BAD830B}"/>
              </a:ext>
            </a:extLst>
          </p:cNvPr>
          <p:cNvSpPr>
            <a:spLocks noGrp="1"/>
          </p:cNvSpPr>
          <p:nvPr>
            <p:ph idx="1"/>
          </p:nvPr>
        </p:nvSpPr>
        <p:spPr/>
        <p:txBody>
          <a:bodyPr/>
          <a:lstStyle/>
          <a:p>
            <a:pPr marL="0" indent="0">
              <a:buNone/>
            </a:pPr>
            <a:r>
              <a:rPr lang="en-US" dirty="0"/>
              <a:t>Useful when there are only two possible outcomes: e.g. whether a hurricane hits an island or not, whether a student passes a course or not.</a:t>
            </a:r>
          </a:p>
          <a:p>
            <a:pPr marL="0" indent="0">
              <a:buNone/>
            </a:pPr>
            <a:r>
              <a:rPr lang="en-US" dirty="0"/>
              <a:t>If the event occurs, then it is coded as </a:t>
            </a:r>
            <a:r>
              <a:rPr lang="en-US" dirty="0">
                <a:solidFill>
                  <a:srgbClr val="00B050"/>
                </a:solidFill>
              </a:rPr>
              <a:t>X=1</a:t>
            </a:r>
            <a:r>
              <a:rPr lang="en-US" dirty="0"/>
              <a:t>; otherwise, </a:t>
            </a:r>
            <a:r>
              <a:rPr lang="en-US" dirty="0">
                <a:solidFill>
                  <a:srgbClr val="FF0000"/>
                </a:solidFill>
              </a:rPr>
              <a:t>X=0</a:t>
            </a:r>
            <a:r>
              <a:rPr lang="en-US" dirty="0"/>
              <a:t>.</a:t>
            </a:r>
          </a:p>
          <a:p>
            <a:pPr marL="0" indent="0">
              <a:buNone/>
            </a:pPr>
            <a:r>
              <a:rPr lang="en-US" dirty="0"/>
              <a:t>Assume that the event of interest occurs with probability </a:t>
            </a:r>
            <a:r>
              <a:rPr lang="en-US" dirty="0">
                <a:solidFill>
                  <a:srgbClr val="00B050"/>
                </a:solidFill>
              </a:rPr>
              <a:t>p</a:t>
            </a:r>
            <a:r>
              <a:rPr lang="en-US" dirty="0"/>
              <a:t>. Then the event does not occur with probability </a:t>
            </a:r>
            <a:r>
              <a:rPr lang="en-US" dirty="0">
                <a:solidFill>
                  <a:srgbClr val="FF0000"/>
                </a:solidFill>
              </a:rPr>
              <a:t>q=1-p</a:t>
            </a:r>
            <a:r>
              <a:rPr lang="en-US" dirty="0"/>
              <a:t>.</a:t>
            </a:r>
          </a:p>
        </p:txBody>
      </p:sp>
      <p:pic>
        <p:nvPicPr>
          <p:cNvPr id="4" name="Picture 3">
            <a:extLst>
              <a:ext uri="{FF2B5EF4-FFF2-40B4-BE49-F238E27FC236}">
                <a16:creationId xmlns:a16="http://schemas.microsoft.com/office/drawing/2014/main" id="{A8F46768-FCD5-6D61-7DF3-4030195EA183}"/>
              </a:ext>
            </a:extLst>
          </p:cNvPr>
          <p:cNvPicPr>
            <a:picLocks noChangeAspect="1"/>
          </p:cNvPicPr>
          <p:nvPr/>
        </p:nvPicPr>
        <p:blipFill>
          <a:blip r:embed="rId2"/>
          <a:stretch>
            <a:fillRect/>
          </a:stretch>
        </p:blipFill>
        <p:spPr>
          <a:xfrm>
            <a:off x="935823" y="4746481"/>
            <a:ext cx="5748418" cy="1430482"/>
          </a:xfrm>
          <a:prstGeom prst="rect">
            <a:avLst/>
          </a:prstGeom>
        </p:spPr>
      </p:pic>
    </p:spTree>
    <p:extLst>
      <p:ext uri="{BB962C8B-B14F-4D97-AF65-F5344CB8AC3E}">
        <p14:creationId xmlns:p14="http://schemas.microsoft.com/office/powerpoint/2010/main" val="1589364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4EA2D-221F-9BAA-B9B3-07B8E03A45B3}"/>
              </a:ext>
            </a:extLst>
          </p:cNvPr>
          <p:cNvSpPr>
            <a:spLocks noGrp="1"/>
          </p:cNvSpPr>
          <p:nvPr>
            <p:ph type="title"/>
          </p:nvPr>
        </p:nvSpPr>
        <p:spPr/>
        <p:txBody>
          <a:bodyPr/>
          <a:lstStyle/>
          <a:p>
            <a:r>
              <a:rPr lang="en-US" dirty="0">
                <a:solidFill>
                  <a:srgbClr val="0070C0"/>
                </a:solidFill>
              </a:rPr>
              <a:t>Bernoulli distribution</a:t>
            </a:r>
          </a:p>
        </p:txBody>
      </p:sp>
      <p:pic>
        <p:nvPicPr>
          <p:cNvPr id="4" name="Picture 3">
            <a:extLst>
              <a:ext uri="{FF2B5EF4-FFF2-40B4-BE49-F238E27FC236}">
                <a16:creationId xmlns:a16="http://schemas.microsoft.com/office/drawing/2014/main" id="{C59DD725-955B-C4D3-9E20-79614B7F4B7C}"/>
              </a:ext>
            </a:extLst>
          </p:cNvPr>
          <p:cNvPicPr>
            <a:picLocks noChangeAspect="1"/>
          </p:cNvPicPr>
          <p:nvPr/>
        </p:nvPicPr>
        <p:blipFill>
          <a:blip r:embed="rId2"/>
          <a:stretch>
            <a:fillRect/>
          </a:stretch>
        </p:blipFill>
        <p:spPr>
          <a:xfrm>
            <a:off x="554489" y="4079201"/>
            <a:ext cx="5213236" cy="852632"/>
          </a:xfrm>
          <a:prstGeom prst="rect">
            <a:avLst/>
          </a:prstGeom>
        </p:spPr>
      </p:pic>
      <p:pic>
        <p:nvPicPr>
          <p:cNvPr id="5" name="Picture 4">
            <a:extLst>
              <a:ext uri="{FF2B5EF4-FFF2-40B4-BE49-F238E27FC236}">
                <a16:creationId xmlns:a16="http://schemas.microsoft.com/office/drawing/2014/main" id="{C54C37F8-213C-9A20-88B3-FED93459424B}"/>
              </a:ext>
            </a:extLst>
          </p:cNvPr>
          <p:cNvPicPr>
            <a:picLocks noChangeAspect="1"/>
          </p:cNvPicPr>
          <p:nvPr/>
        </p:nvPicPr>
        <p:blipFill>
          <a:blip r:embed="rId3"/>
          <a:stretch>
            <a:fillRect/>
          </a:stretch>
        </p:blipFill>
        <p:spPr>
          <a:xfrm>
            <a:off x="639156" y="4931833"/>
            <a:ext cx="8607552" cy="926592"/>
          </a:xfrm>
          <a:prstGeom prst="rect">
            <a:avLst/>
          </a:prstGeom>
        </p:spPr>
      </p:pic>
      <p:pic>
        <p:nvPicPr>
          <p:cNvPr id="6" name="Picture 5">
            <a:extLst>
              <a:ext uri="{FF2B5EF4-FFF2-40B4-BE49-F238E27FC236}">
                <a16:creationId xmlns:a16="http://schemas.microsoft.com/office/drawing/2014/main" id="{C52FF6DA-CFA5-08B5-E1A5-4A9A90E41464}"/>
              </a:ext>
            </a:extLst>
          </p:cNvPr>
          <p:cNvPicPr>
            <a:picLocks noChangeAspect="1"/>
          </p:cNvPicPr>
          <p:nvPr/>
        </p:nvPicPr>
        <p:blipFill>
          <a:blip r:embed="rId4"/>
          <a:stretch>
            <a:fillRect/>
          </a:stretch>
        </p:blipFill>
        <p:spPr>
          <a:xfrm>
            <a:off x="838200" y="1819871"/>
            <a:ext cx="5632704" cy="1332738"/>
          </a:xfrm>
          <a:prstGeom prst="rect">
            <a:avLst/>
          </a:prstGeom>
        </p:spPr>
      </p:pic>
    </p:spTree>
    <p:extLst>
      <p:ext uri="{BB962C8B-B14F-4D97-AF65-F5344CB8AC3E}">
        <p14:creationId xmlns:p14="http://schemas.microsoft.com/office/powerpoint/2010/main" val="2385444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2100860-1EE4-A7D5-4002-9D55ABCAD068}"/>
              </a:ext>
            </a:extLst>
          </p:cNvPr>
          <p:cNvSpPr>
            <a:spLocks noGrp="1"/>
          </p:cNvSpPr>
          <p:nvPr>
            <p:ph type="title"/>
          </p:nvPr>
        </p:nvSpPr>
        <p:spPr>
          <a:xfrm>
            <a:off x="1535307" y="2647"/>
            <a:ext cx="7886700" cy="473067"/>
          </a:xfrm>
        </p:spPr>
        <p:txBody>
          <a:bodyPr>
            <a:normAutofit fontScale="90000"/>
          </a:bodyPr>
          <a:lstStyle/>
          <a:p>
            <a:r>
              <a:rPr lang="en-GB" sz="3000" b="1" dirty="0">
                <a:latin typeface="Arial" panose="020B0604020202020204" pitchFamily="34" charset="0"/>
                <a:cs typeface="Arial" panose="020B0604020202020204" pitchFamily="34" charset="0"/>
              </a:rPr>
              <a:t>Bernoulli Distribution: example</a:t>
            </a:r>
          </a:p>
        </p:txBody>
      </p:sp>
      <p:pic>
        <p:nvPicPr>
          <p:cNvPr id="3" name="Picture 2">
            <a:extLst>
              <a:ext uri="{FF2B5EF4-FFF2-40B4-BE49-F238E27FC236}">
                <a16:creationId xmlns:a16="http://schemas.microsoft.com/office/drawing/2014/main" id="{2D595FED-F772-B2D3-16EB-9CC063BAA9DF}"/>
              </a:ext>
            </a:extLst>
          </p:cNvPr>
          <p:cNvPicPr>
            <a:picLocks noChangeAspect="1"/>
          </p:cNvPicPr>
          <p:nvPr/>
        </p:nvPicPr>
        <p:blipFill rotWithShape="1">
          <a:blip r:embed="rId2"/>
          <a:srcRect l="24165" r="24165"/>
          <a:stretch/>
        </p:blipFill>
        <p:spPr>
          <a:xfrm>
            <a:off x="1949865" y="616792"/>
            <a:ext cx="1476462" cy="1428750"/>
          </a:xfrm>
          <a:prstGeom prst="rect">
            <a:avLst/>
          </a:prstGeom>
        </p:spPr>
      </p:pic>
      <p:sp>
        <p:nvSpPr>
          <p:cNvPr id="8" name="TextBox 7">
            <a:extLst>
              <a:ext uri="{FF2B5EF4-FFF2-40B4-BE49-F238E27FC236}">
                <a16:creationId xmlns:a16="http://schemas.microsoft.com/office/drawing/2014/main" id="{487EC06F-59C7-2A61-0A00-76F9CCE67251}"/>
              </a:ext>
            </a:extLst>
          </p:cNvPr>
          <p:cNvSpPr txBox="1"/>
          <p:nvPr/>
        </p:nvSpPr>
        <p:spPr>
          <a:xfrm>
            <a:off x="4264039" y="680235"/>
            <a:ext cx="2712602" cy="984885"/>
          </a:xfrm>
          <a:prstGeom prst="rect">
            <a:avLst/>
          </a:prstGeom>
          <a:noFill/>
        </p:spPr>
        <p:txBody>
          <a:bodyPr wrap="none" rtlCol="0">
            <a:spAutoFit/>
          </a:bodyPr>
          <a:lstStyle/>
          <a:p>
            <a:pPr>
              <a:spcAft>
                <a:spcPts val="1200"/>
              </a:spcAft>
            </a:pPr>
            <a:r>
              <a:rPr lang="en-GB" sz="2400" b="1" dirty="0">
                <a:solidFill>
                  <a:srgbClr val="0000FF"/>
                </a:solidFill>
                <a:latin typeface="Arial" panose="020B0604020202020204" pitchFamily="34" charset="0"/>
                <a:cs typeface="Arial" panose="020B0604020202020204" pitchFamily="34" charset="0"/>
              </a:rPr>
              <a:t>Win: 6</a:t>
            </a:r>
          </a:p>
          <a:p>
            <a:pPr>
              <a:spcAft>
                <a:spcPts val="1200"/>
              </a:spcAft>
            </a:pPr>
            <a:r>
              <a:rPr lang="en-GB" sz="2400" b="1" dirty="0">
                <a:solidFill>
                  <a:srgbClr val="C00000"/>
                </a:solidFill>
                <a:latin typeface="Arial" panose="020B0604020202020204" pitchFamily="34" charset="0"/>
                <a:cs typeface="Arial" panose="020B0604020202020204" pitchFamily="34" charset="0"/>
              </a:rPr>
              <a:t>Loss: 1, 2, 3, 4, 5 </a:t>
            </a:r>
          </a:p>
        </p:txBody>
      </p:sp>
      <p:grpSp>
        <p:nvGrpSpPr>
          <p:cNvPr id="40" name="Group 39">
            <a:extLst>
              <a:ext uri="{FF2B5EF4-FFF2-40B4-BE49-F238E27FC236}">
                <a16:creationId xmlns:a16="http://schemas.microsoft.com/office/drawing/2014/main" id="{036E8C02-E028-14F6-0501-6CC1D87C9F14}"/>
              </a:ext>
            </a:extLst>
          </p:cNvPr>
          <p:cNvGrpSpPr/>
          <p:nvPr/>
        </p:nvGrpSpPr>
        <p:grpSpPr>
          <a:xfrm>
            <a:off x="7916412" y="-9266"/>
            <a:ext cx="2522489" cy="2177064"/>
            <a:chOff x="6392411" y="-9266"/>
            <a:chExt cx="2522489" cy="2177064"/>
          </a:xfrm>
        </p:grpSpPr>
        <p:sp>
          <p:nvSpPr>
            <p:cNvPr id="12" name="TextBox 11">
              <a:extLst>
                <a:ext uri="{FF2B5EF4-FFF2-40B4-BE49-F238E27FC236}">
                  <a16:creationId xmlns:a16="http://schemas.microsoft.com/office/drawing/2014/main" id="{3FA9A343-FDC3-9D19-BDD0-131ECF741A39}"/>
                </a:ext>
              </a:extLst>
            </p:cNvPr>
            <p:cNvSpPr txBox="1"/>
            <p:nvPr/>
          </p:nvSpPr>
          <p:spPr>
            <a:xfrm>
              <a:off x="6615036" y="-9266"/>
              <a:ext cx="1721946" cy="369332"/>
            </a:xfrm>
            <a:prstGeom prst="rect">
              <a:avLst/>
            </a:prstGeom>
            <a:noFill/>
          </p:spPr>
          <p:txBody>
            <a:bodyPr wrap="none" rtlCol="0">
              <a:spAutoFit/>
            </a:bodyPr>
            <a:lstStyle/>
            <a:p>
              <a:r>
                <a:rPr lang="en-GB" dirty="0"/>
                <a:t>Rolled 10 times</a:t>
              </a:r>
            </a:p>
          </p:txBody>
        </p:sp>
        <p:pic>
          <p:nvPicPr>
            <p:cNvPr id="14" name="Picture 13">
              <a:extLst>
                <a:ext uri="{FF2B5EF4-FFF2-40B4-BE49-F238E27FC236}">
                  <a16:creationId xmlns:a16="http://schemas.microsoft.com/office/drawing/2014/main" id="{67BB8CEF-D8FE-0AB9-0812-60623DE28713}"/>
                </a:ext>
              </a:extLst>
            </p:cNvPr>
            <p:cNvPicPr>
              <a:picLocks noChangeAspect="1"/>
            </p:cNvPicPr>
            <p:nvPr/>
          </p:nvPicPr>
          <p:blipFill>
            <a:blip r:embed="rId3"/>
            <a:stretch>
              <a:fillRect/>
            </a:stretch>
          </p:blipFill>
          <p:spPr>
            <a:xfrm>
              <a:off x="6392411" y="547798"/>
              <a:ext cx="2522489" cy="1620000"/>
            </a:xfrm>
            <a:prstGeom prst="rect">
              <a:avLst/>
            </a:prstGeom>
          </p:spPr>
        </p:pic>
        <p:sp>
          <p:nvSpPr>
            <p:cNvPr id="27" name="TextBox 26">
              <a:extLst>
                <a:ext uri="{FF2B5EF4-FFF2-40B4-BE49-F238E27FC236}">
                  <a16:creationId xmlns:a16="http://schemas.microsoft.com/office/drawing/2014/main" id="{DD5BD7B8-0DE2-745A-8840-33F6DF2483BE}"/>
                </a:ext>
              </a:extLst>
            </p:cNvPr>
            <p:cNvSpPr txBox="1"/>
            <p:nvPr/>
          </p:nvSpPr>
          <p:spPr>
            <a:xfrm>
              <a:off x="7099904" y="1404166"/>
              <a:ext cx="64633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20%</a:t>
              </a:r>
            </a:p>
          </p:txBody>
        </p:sp>
        <p:sp>
          <p:nvSpPr>
            <p:cNvPr id="28" name="TextBox 27">
              <a:extLst>
                <a:ext uri="{FF2B5EF4-FFF2-40B4-BE49-F238E27FC236}">
                  <a16:creationId xmlns:a16="http://schemas.microsoft.com/office/drawing/2014/main" id="{416B5CB0-4EE5-C256-8802-108E12EA5328}"/>
                </a:ext>
              </a:extLst>
            </p:cNvPr>
            <p:cNvSpPr txBox="1"/>
            <p:nvPr/>
          </p:nvSpPr>
          <p:spPr>
            <a:xfrm>
              <a:off x="7653655" y="317521"/>
              <a:ext cx="64633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80%</a:t>
              </a:r>
            </a:p>
          </p:txBody>
        </p:sp>
      </p:grpSp>
      <p:grpSp>
        <p:nvGrpSpPr>
          <p:cNvPr id="41" name="Group 40">
            <a:extLst>
              <a:ext uri="{FF2B5EF4-FFF2-40B4-BE49-F238E27FC236}">
                <a16:creationId xmlns:a16="http://schemas.microsoft.com/office/drawing/2014/main" id="{034F5AB3-1A0C-FF0E-ECCF-424A7691BD3D}"/>
              </a:ext>
            </a:extLst>
          </p:cNvPr>
          <p:cNvGrpSpPr/>
          <p:nvPr/>
        </p:nvGrpSpPr>
        <p:grpSpPr>
          <a:xfrm>
            <a:off x="2322431" y="2311797"/>
            <a:ext cx="2562390" cy="2255190"/>
            <a:chOff x="798431" y="2345353"/>
            <a:chExt cx="2562390" cy="2255190"/>
          </a:xfrm>
        </p:grpSpPr>
        <p:pic>
          <p:nvPicPr>
            <p:cNvPr id="21" name="Picture 20">
              <a:extLst>
                <a:ext uri="{FF2B5EF4-FFF2-40B4-BE49-F238E27FC236}">
                  <a16:creationId xmlns:a16="http://schemas.microsoft.com/office/drawing/2014/main" id="{86DB2F2B-01BF-E390-59B8-85EE5983EEDD}"/>
                </a:ext>
              </a:extLst>
            </p:cNvPr>
            <p:cNvPicPr>
              <a:picLocks noChangeAspect="1"/>
            </p:cNvPicPr>
            <p:nvPr/>
          </p:nvPicPr>
          <p:blipFill>
            <a:blip r:embed="rId4"/>
            <a:stretch>
              <a:fillRect/>
            </a:stretch>
          </p:blipFill>
          <p:spPr>
            <a:xfrm>
              <a:off x="798431" y="2980543"/>
              <a:ext cx="2562390" cy="1620000"/>
            </a:xfrm>
            <a:prstGeom prst="rect">
              <a:avLst/>
            </a:prstGeom>
          </p:spPr>
        </p:pic>
        <p:sp>
          <p:nvSpPr>
            <p:cNvPr id="22" name="TextBox 21">
              <a:extLst>
                <a:ext uri="{FF2B5EF4-FFF2-40B4-BE49-F238E27FC236}">
                  <a16:creationId xmlns:a16="http://schemas.microsoft.com/office/drawing/2014/main" id="{4A4E8733-53F0-0015-CD8F-702115A3C073}"/>
                </a:ext>
              </a:extLst>
            </p:cNvPr>
            <p:cNvSpPr txBox="1"/>
            <p:nvPr/>
          </p:nvSpPr>
          <p:spPr>
            <a:xfrm>
              <a:off x="1087809" y="2345353"/>
              <a:ext cx="1721946" cy="369332"/>
            </a:xfrm>
            <a:prstGeom prst="rect">
              <a:avLst/>
            </a:prstGeom>
            <a:noFill/>
          </p:spPr>
          <p:txBody>
            <a:bodyPr wrap="none" rtlCol="0">
              <a:spAutoFit/>
            </a:bodyPr>
            <a:lstStyle/>
            <a:p>
              <a:r>
                <a:rPr lang="en-GB" dirty="0"/>
                <a:t>Rolled 20 times</a:t>
              </a:r>
            </a:p>
          </p:txBody>
        </p:sp>
        <p:sp>
          <p:nvSpPr>
            <p:cNvPr id="29" name="TextBox 28">
              <a:extLst>
                <a:ext uri="{FF2B5EF4-FFF2-40B4-BE49-F238E27FC236}">
                  <a16:creationId xmlns:a16="http://schemas.microsoft.com/office/drawing/2014/main" id="{F1174DD4-2CBB-DBDD-9636-D57B03FA1C08}"/>
                </a:ext>
              </a:extLst>
            </p:cNvPr>
            <p:cNvSpPr txBox="1"/>
            <p:nvPr/>
          </p:nvSpPr>
          <p:spPr>
            <a:xfrm>
              <a:off x="1459306" y="3946969"/>
              <a:ext cx="64633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15%</a:t>
              </a:r>
            </a:p>
          </p:txBody>
        </p:sp>
        <p:sp>
          <p:nvSpPr>
            <p:cNvPr id="30" name="TextBox 29">
              <a:extLst>
                <a:ext uri="{FF2B5EF4-FFF2-40B4-BE49-F238E27FC236}">
                  <a16:creationId xmlns:a16="http://schemas.microsoft.com/office/drawing/2014/main" id="{F34BF469-2244-59AE-CFE4-65080731B56C}"/>
                </a:ext>
              </a:extLst>
            </p:cNvPr>
            <p:cNvSpPr txBox="1"/>
            <p:nvPr/>
          </p:nvSpPr>
          <p:spPr>
            <a:xfrm>
              <a:off x="2081345" y="2670876"/>
              <a:ext cx="64633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85%</a:t>
              </a:r>
            </a:p>
          </p:txBody>
        </p:sp>
      </p:grpSp>
      <p:grpSp>
        <p:nvGrpSpPr>
          <p:cNvPr id="42" name="Group 41">
            <a:extLst>
              <a:ext uri="{FF2B5EF4-FFF2-40B4-BE49-F238E27FC236}">
                <a16:creationId xmlns:a16="http://schemas.microsoft.com/office/drawing/2014/main" id="{98884A9F-1AE8-9855-E760-60533AF78B6A}"/>
              </a:ext>
            </a:extLst>
          </p:cNvPr>
          <p:cNvGrpSpPr/>
          <p:nvPr/>
        </p:nvGrpSpPr>
        <p:grpSpPr>
          <a:xfrm>
            <a:off x="5148807" y="2311798"/>
            <a:ext cx="2562390" cy="2250087"/>
            <a:chOff x="3624807" y="2345353"/>
            <a:chExt cx="2562390" cy="2250087"/>
          </a:xfrm>
        </p:grpSpPr>
        <p:pic>
          <p:nvPicPr>
            <p:cNvPr id="18" name="Picture 17">
              <a:extLst>
                <a:ext uri="{FF2B5EF4-FFF2-40B4-BE49-F238E27FC236}">
                  <a16:creationId xmlns:a16="http://schemas.microsoft.com/office/drawing/2014/main" id="{7F47E088-CA2D-A141-7682-7FFFF3361052}"/>
                </a:ext>
              </a:extLst>
            </p:cNvPr>
            <p:cNvPicPr>
              <a:picLocks noChangeAspect="1"/>
            </p:cNvPicPr>
            <p:nvPr/>
          </p:nvPicPr>
          <p:blipFill>
            <a:blip r:embed="rId5"/>
            <a:stretch>
              <a:fillRect/>
            </a:stretch>
          </p:blipFill>
          <p:spPr>
            <a:xfrm>
              <a:off x="3624807" y="2975440"/>
              <a:ext cx="2562390" cy="1620000"/>
            </a:xfrm>
            <a:prstGeom prst="rect">
              <a:avLst/>
            </a:prstGeom>
          </p:spPr>
        </p:pic>
        <p:sp>
          <p:nvSpPr>
            <p:cNvPr id="25" name="TextBox 24">
              <a:extLst>
                <a:ext uri="{FF2B5EF4-FFF2-40B4-BE49-F238E27FC236}">
                  <a16:creationId xmlns:a16="http://schemas.microsoft.com/office/drawing/2014/main" id="{256D4025-D20B-9BF2-5D4F-22F15D7919DC}"/>
                </a:ext>
              </a:extLst>
            </p:cNvPr>
            <p:cNvSpPr txBox="1"/>
            <p:nvPr/>
          </p:nvSpPr>
          <p:spPr>
            <a:xfrm>
              <a:off x="3892548" y="2345353"/>
              <a:ext cx="1721946" cy="369332"/>
            </a:xfrm>
            <a:prstGeom prst="rect">
              <a:avLst/>
            </a:prstGeom>
            <a:noFill/>
          </p:spPr>
          <p:txBody>
            <a:bodyPr wrap="none" rtlCol="0">
              <a:spAutoFit/>
            </a:bodyPr>
            <a:lstStyle/>
            <a:p>
              <a:r>
                <a:rPr lang="en-GB" dirty="0"/>
                <a:t>Rolled 50 times</a:t>
              </a:r>
            </a:p>
          </p:txBody>
        </p:sp>
        <p:sp>
          <p:nvSpPr>
            <p:cNvPr id="31" name="TextBox 30">
              <a:extLst>
                <a:ext uri="{FF2B5EF4-FFF2-40B4-BE49-F238E27FC236}">
                  <a16:creationId xmlns:a16="http://schemas.microsoft.com/office/drawing/2014/main" id="{B4A5ED45-7C79-787F-FBA1-1314F03A8CBE}"/>
                </a:ext>
              </a:extLst>
            </p:cNvPr>
            <p:cNvSpPr txBox="1"/>
            <p:nvPr/>
          </p:nvSpPr>
          <p:spPr>
            <a:xfrm>
              <a:off x="4332300" y="3970106"/>
              <a:ext cx="64633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22%</a:t>
              </a:r>
            </a:p>
          </p:txBody>
        </p:sp>
        <p:sp>
          <p:nvSpPr>
            <p:cNvPr id="32" name="TextBox 31">
              <a:extLst>
                <a:ext uri="{FF2B5EF4-FFF2-40B4-BE49-F238E27FC236}">
                  <a16:creationId xmlns:a16="http://schemas.microsoft.com/office/drawing/2014/main" id="{3215DCB9-368B-C0AC-F40D-EEFCCD912282}"/>
                </a:ext>
              </a:extLst>
            </p:cNvPr>
            <p:cNvSpPr txBox="1"/>
            <p:nvPr/>
          </p:nvSpPr>
          <p:spPr>
            <a:xfrm>
              <a:off x="4861759" y="2694013"/>
              <a:ext cx="64633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88%</a:t>
              </a:r>
            </a:p>
          </p:txBody>
        </p:sp>
      </p:grpSp>
      <p:grpSp>
        <p:nvGrpSpPr>
          <p:cNvPr id="44" name="Group 43">
            <a:extLst>
              <a:ext uri="{FF2B5EF4-FFF2-40B4-BE49-F238E27FC236}">
                <a16:creationId xmlns:a16="http://schemas.microsoft.com/office/drawing/2014/main" id="{3FC30432-D334-CC30-FC78-ABAF5BF84DC2}"/>
              </a:ext>
            </a:extLst>
          </p:cNvPr>
          <p:cNvGrpSpPr/>
          <p:nvPr/>
        </p:nvGrpSpPr>
        <p:grpSpPr>
          <a:xfrm>
            <a:off x="1766619" y="4880969"/>
            <a:ext cx="4502172" cy="1886953"/>
            <a:chOff x="1705616" y="4828808"/>
            <a:chExt cx="4502172" cy="1886953"/>
          </a:xfrm>
        </p:grpSpPr>
        <p:pic>
          <p:nvPicPr>
            <p:cNvPr id="36" name="Picture 35">
              <a:extLst>
                <a:ext uri="{FF2B5EF4-FFF2-40B4-BE49-F238E27FC236}">
                  <a16:creationId xmlns:a16="http://schemas.microsoft.com/office/drawing/2014/main" id="{11CD31DC-94F2-C5B9-0592-97D12A1EAE35}"/>
                </a:ext>
              </a:extLst>
            </p:cNvPr>
            <p:cNvPicPr>
              <a:picLocks noChangeAspect="1"/>
            </p:cNvPicPr>
            <p:nvPr/>
          </p:nvPicPr>
          <p:blipFill>
            <a:blip r:embed="rId6"/>
            <a:stretch>
              <a:fillRect/>
            </a:stretch>
          </p:blipFill>
          <p:spPr>
            <a:xfrm>
              <a:off x="3604216" y="5095761"/>
              <a:ext cx="2603572" cy="1620000"/>
            </a:xfrm>
            <a:prstGeom prst="rect">
              <a:avLst/>
            </a:prstGeom>
          </p:spPr>
        </p:pic>
        <p:sp>
          <p:nvSpPr>
            <p:cNvPr id="37" name="TextBox 36">
              <a:extLst>
                <a:ext uri="{FF2B5EF4-FFF2-40B4-BE49-F238E27FC236}">
                  <a16:creationId xmlns:a16="http://schemas.microsoft.com/office/drawing/2014/main" id="{E31E3F74-1CA9-5236-E12D-C03534114C00}"/>
                </a:ext>
              </a:extLst>
            </p:cNvPr>
            <p:cNvSpPr txBox="1"/>
            <p:nvPr/>
          </p:nvSpPr>
          <p:spPr>
            <a:xfrm>
              <a:off x="1705616" y="5613179"/>
              <a:ext cx="1968809" cy="369332"/>
            </a:xfrm>
            <a:prstGeom prst="rect">
              <a:avLst/>
            </a:prstGeom>
            <a:noFill/>
          </p:spPr>
          <p:txBody>
            <a:bodyPr wrap="none" rtlCol="0">
              <a:spAutoFit/>
            </a:bodyPr>
            <a:lstStyle/>
            <a:p>
              <a:r>
                <a:rPr lang="en-GB" dirty="0"/>
                <a:t>Rolled 1000 times</a:t>
              </a:r>
            </a:p>
          </p:txBody>
        </p:sp>
        <p:sp>
          <p:nvSpPr>
            <p:cNvPr id="38" name="TextBox 37">
              <a:extLst>
                <a:ext uri="{FF2B5EF4-FFF2-40B4-BE49-F238E27FC236}">
                  <a16:creationId xmlns:a16="http://schemas.microsoft.com/office/drawing/2014/main" id="{34DBFF3C-D171-F7B6-F778-E117A251C0EB}"/>
                </a:ext>
              </a:extLst>
            </p:cNvPr>
            <p:cNvSpPr txBox="1"/>
            <p:nvPr/>
          </p:nvSpPr>
          <p:spPr>
            <a:xfrm>
              <a:off x="4152654" y="5954463"/>
              <a:ext cx="83869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16.8%</a:t>
              </a:r>
            </a:p>
          </p:txBody>
        </p:sp>
        <p:sp>
          <p:nvSpPr>
            <p:cNvPr id="39" name="TextBox 38">
              <a:extLst>
                <a:ext uri="{FF2B5EF4-FFF2-40B4-BE49-F238E27FC236}">
                  <a16:creationId xmlns:a16="http://schemas.microsoft.com/office/drawing/2014/main" id="{22CD98E6-080E-996D-3508-2BFE16DA472B}"/>
                </a:ext>
              </a:extLst>
            </p:cNvPr>
            <p:cNvSpPr txBox="1"/>
            <p:nvPr/>
          </p:nvSpPr>
          <p:spPr>
            <a:xfrm>
              <a:off x="4765578" y="4828808"/>
              <a:ext cx="83869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83.2%</a:t>
              </a:r>
            </a:p>
          </p:txBody>
        </p:sp>
      </p:grpSp>
      <p:grpSp>
        <p:nvGrpSpPr>
          <p:cNvPr id="43" name="Group 42">
            <a:extLst>
              <a:ext uri="{FF2B5EF4-FFF2-40B4-BE49-F238E27FC236}">
                <a16:creationId xmlns:a16="http://schemas.microsoft.com/office/drawing/2014/main" id="{22000CA3-079B-FB32-57F0-D27F5A954F37}"/>
              </a:ext>
            </a:extLst>
          </p:cNvPr>
          <p:cNvGrpSpPr/>
          <p:nvPr/>
        </p:nvGrpSpPr>
        <p:grpSpPr>
          <a:xfrm>
            <a:off x="7971471" y="2311798"/>
            <a:ext cx="2557895" cy="2290859"/>
            <a:chOff x="6447470" y="2345353"/>
            <a:chExt cx="2557895" cy="2290859"/>
          </a:xfrm>
        </p:grpSpPr>
        <p:sp>
          <p:nvSpPr>
            <p:cNvPr id="19" name="TextBox 18">
              <a:extLst>
                <a:ext uri="{FF2B5EF4-FFF2-40B4-BE49-F238E27FC236}">
                  <a16:creationId xmlns:a16="http://schemas.microsoft.com/office/drawing/2014/main" id="{DF6E76E1-AD32-EBAA-5B60-C419E7024FDF}"/>
                </a:ext>
              </a:extLst>
            </p:cNvPr>
            <p:cNvSpPr txBox="1"/>
            <p:nvPr/>
          </p:nvSpPr>
          <p:spPr>
            <a:xfrm>
              <a:off x="6637558" y="2345353"/>
              <a:ext cx="1845377" cy="369332"/>
            </a:xfrm>
            <a:prstGeom prst="rect">
              <a:avLst/>
            </a:prstGeom>
            <a:noFill/>
          </p:spPr>
          <p:txBody>
            <a:bodyPr wrap="none" rtlCol="0">
              <a:spAutoFit/>
            </a:bodyPr>
            <a:lstStyle/>
            <a:p>
              <a:r>
                <a:rPr lang="en-GB" dirty="0"/>
                <a:t>Rolled 100 times</a:t>
              </a:r>
            </a:p>
          </p:txBody>
        </p:sp>
        <p:pic>
          <p:nvPicPr>
            <p:cNvPr id="24" name="Graphic 23">
              <a:extLst>
                <a:ext uri="{FF2B5EF4-FFF2-40B4-BE49-F238E27FC236}">
                  <a16:creationId xmlns:a16="http://schemas.microsoft.com/office/drawing/2014/main" id="{B49C11CA-5EC1-C96B-4B08-CCA0DDBA8D9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47470" y="3016212"/>
              <a:ext cx="2557895" cy="1620000"/>
            </a:xfrm>
            <a:prstGeom prst="rect">
              <a:avLst/>
            </a:prstGeom>
          </p:spPr>
        </p:pic>
        <p:sp>
          <p:nvSpPr>
            <p:cNvPr id="33" name="TextBox 32">
              <a:extLst>
                <a:ext uri="{FF2B5EF4-FFF2-40B4-BE49-F238E27FC236}">
                  <a16:creationId xmlns:a16="http://schemas.microsoft.com/office/drawing/2014/main" id="{D24406A0-6D77-2424-DD09-8866F3959F63}"/>
                </a:ext>
              </a:extLst>
            </p:cNvPr>
            <p:cNvSpPr txBox="1"/>
            <p:nvPr/>
          </p:nvSpPr>
          <p:spPr>
            <a:xfrm>
              <a:off x="7187421" y="4008063"/>
              <a:ext cx="64633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20%</a:t>
              </a:r>
            </a:p>
          </p:txBody>
        </p:sp>
        <p:sp>
          <p:nvSpPr>
            <p:cNvPr id="34" name="TextBox 33">
              <a:extLst>
                <a:ext uri="{FF2B5EF4-FFF2-40B4-BE49-F238E27FC236}">
                  <a16:creationId xmlns:a16="http://schemas.microsoft.com/office/drawing/2014/main" id="{343D1830-5635-8EBE-83E4-C67B9DE7060E}"/>
                </a:ext>
              </a:extLst>
            </p:cNvPr>
            <p:cNvSpPr txBox="1"/>
            <p:nvPr/>
          </p:nvSpPr>
          <p:spPr>
            <a:xfrm>
              <a:off x="7716880" y="2731970"/>
              <a:ext cx="64633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80%</a:t>
              </a:r>
            </a:p>
          </p:txBody>
        </p:sp>
      </p:grpSp>
      <p:grpSp>
        <p:nvGrpSpPr>
          <p:cNvPr id="50" name="Group 49">
            <a:extLst>
              <a:ext uri="{FF2B5EF4-FFF2-40B4-BE49-F238E27FC236}">
                <a16:creationId xmlns:a16="http://schemas.microsoft.com/office/drawing/2014/main" id="{D8245F15-3E8A-D1A9-0D52-C8DE2ABC19FC}"/>
              </a:ext>
            </a:extLst>
          </p:cNvPr>
          <p:cNvGrpSpPr/>
          <p:nvPr/>
        </p:nvGrpSpPr>
        <p:grpSpPr>
          <a:xfrm>
            <a:off x="5936317" y="4857286"/>
            <a:ext cx="4654570" cy="1864211"/>
            <a:chOff x="4412317" y="4857285"/>
            <a:chExt cx="4654570" cy="1864211"/>
          </a:xfrm>
        </p:grpSpPr>
        <p:pic>
          <p:nvPicPr>
            <p:cNvPr id="46" name="Picture 45">
              <a:extLst>
                <a:ext uri="{FF2B5EF4-FFF2-40B4-BE49-F238E27FC236}">
                  <a16:creationId xmlns:a16="http://schemas.microsoft.com/office/drawing/2014/main" id="{2AC5D380-ADCF-12B9-CB42-738AC32EFB0F}"/>
                </a:ext>
              </a:extLst>
            </p:cNvPr>
            <p:cNvPicPr>
              <a:picLocks noChangeAspect="1"/>
            </p:cNvPicPr>
            <p:nvPr/>
          </p:nvPicPr>
          <p:blipFill>
            <a:blip r:embed="rId9"/>
            <a:stretch>
              <a:fillRect/>
            </a:stretch>
          </p:blipFill>
          <p:spPr>
            <a:xfrm>
              <a:off x="6425583" y="5101496"/>
              <a:ext cx="2641304" cy="1620000"/>
            </a:xfrm>
            <a:prstGeom prst="rect">
              <a:avLst/>
            </a:prstGeom>
          </p:spPr>
        </p:pic>
        <p:sp>
          <p:nvSpPr>
            <p:cNvPr id="47" name="TextBox 46">
              <a:extLst>
                <a:ext uri="{FF2B5EF4-FFF2-40B4-BE49-F238E27FC236}">
                  <a16:creationId xmlns:a16="http://schemas.microsoft.com/office/drawing/2014/main" id="{6E124E40-EEAC-6B00-1A1C-C36C32197C21}"/>
                </a:ext>
              </a:extLst>
            </p:cNvPr>
            <p:cNvSpPr txBox="1"/>
            <p:nvPr/>
          </p:nvSpPr>
          <p:spPr>
            <a:xfrm>
              <a:off x="4412317" y="5637291"/>
              <a:ext cx="2092239" cy="369332"/>
            </a:xfrm>
            <a:prstGeom prst="rect">
              <a:avLst/>
            </a:prstGeom>
            <a:noFill/>
          </p:spPr>
          <p:txBody>
            <a:bodyPr wrap="none" rtlCol="0">
              <a:spAutoFit/>
            </a:bodyPr>
            <a:lstStyle/>
            <a:p>
              <a:r>
                <a:rPr lang="en-GB" dirty="0"/>
                <a:t>Rolled 10000 times</a:t>
              </a:r>
            </a:p>
          </p:txBody>
        </p:sp>
        <p:sp>
          <p:nvSpPr>
            <p:cNvPr id="48" name="TextBox 47">
              <a:extLst>
                <a:ext uri="{FF2B5EF4-FFF2-40B4-BE49-F238E27FC236}">
                  <a16:creationId xmlns:a16="http://schemas.microsoft.com/office/drawing/2014/main" id="{43C67333-69E1-9004-B813-3A17FF723C30}"/>
                </a:ext>
              </a:extLst>
            </p:cNvPr>
            <p:cNvSpPr txBox="1"/>
            <p:nvPr/>
          </p:nvSpPr>
          <p:spPr>
            <a:xfrm>
              <a:off x="6873124" y="5903057"/>
              <a:ext cx="96693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16.64%</a:t>
              </a:r>
            </a:p>
          </p:txBody>
        </p:sp>
        <p:sp>
          <p:nvSpPr>
            <p:cNvPr id="49" name="TextBox 48">
              <a:extLst>
                <a:ext uri="{FF2B5EF4-FFF2-40B4-BE49-F238E27FC236}">
                  <a16:creationId xmlns:a16="http://schemas.microsoft.com/office/drawing/2014/main" id="{4757DCEC-908F-27A8-F55B-E56A0F44FE40}"/>
                </a:ext>
              </a:extLst>
            </p:cNvPr>
            <p:cNvSpPr txBox="1"/>
            <p:nvPr/>
          </p:nvSpPr>
          <p:spPr>
            <a:xfrm>
              <a:off x="7635413" y="4857285"/>
              <a:ext cx="96693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83.36%</a:t>
              </a:r>
            </a:p>
          </p:txBody>
        </p:sp>
      </p:grpSp>
    </p:spTree>
    <p:extLst>
      <p:ext uri="{BB962C8B-B14F-4D97-AF65-F5344CB8AC3E}">
        <p14:creationId xmlns:p14="http://schemas.microsoft.com/office/powerpoint/2010/main" val="3300652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2100860-1EE4-A7D5-4002-9D55ABCAD068}"/>
              </a:ext>
            </a:extLst>
          </p:cNvPr>
          <p:cNvSpPr>
            <a:spLocks noGrp="1"/>
          </p:cNvSpPr>
          <p:nvPr>
            <p:ph type="title"/>
          </p:nvPr>
        </p:nvSpPr>
        <p:spPr>
          <a:xfrm>
            <a:off x="1535307" y="2647"/>
            <a:ext cx="7886700" cy="473067"/>
          </a:xfrm>
        </p:spPr>
        <p:txBody>
          <a:bodyPr>
            <a:normAutofit fontScale="90000"/>
          </a:bodyPr>
          <a:lstStyle/>
          <a:p>
            <a:r>
              <a:rPr lang="en-GB" sz="3000" b="1" dirty="0">
                <a:latin typeface="Arial" panose="020B0604020202020204" pitchFamily="34" charset="0"/>
                <a:cs typeface="Arial" panose="020B0604020202020204" pitchFamily="34" charset="0"/>
              </a:rPr>
              <a:t>Bernoulli Distribution: example</a:t>
            </a:r>
          </a:p>
        </p:txBody>
      </p:sp>
      <p:pic>
        <p:nvPicPr>
          <p:cNvPr id="3" name="Picture 2">
            <a:extLst>
              <a:ext uri="{FF2B5EF4-FFF2-40B4-BE49-F238E27FC236}">
                <a16:creationId xmlns:a16="http://schemas.microsoft.com/office/drawing/2014/main" id="{2D595FED-F772-B2D3-16EB-9CC063BAA9DF}"/>
              </a:ext>
            </a:extLst>
          </p:cNvPr>
          <p:cNvPicPr>
            <a:picLocks noChangeAspect="1"/>
          </p:cNvPicPr>
          <p:nvPr/>
        </p:nvPicPr>
        <p:blipFill rotWithShape="1">
          <a:blip r:embed="rId2"/>
          <a:srcRect l="24165" r="24165"/>
          <a:stretch/>
        </p:blipFill>
        <p:spPr>
          <a:xfrm>
            <a:off x="1949865" y="616792"/>
            <a:ext cx="1476462" cy="1428750"/>
          </a:xfrm>
          <a:prstGeom prst="rect">
            <a:avLst/>
          </a:prstGeom>
        </p:spPr>
      </p:pic>
      <p:sp>
        <p:nvSpPr>
          <p:cNvPr id="8" name="TextBox 7">
            <a:extLst>
              <a:ext uri="{FF2B5EF4-FFF2-40B4-BE49-F238E27FC236}">
                <a16:creationId xmlns:a16="http://schemas.microsoft.com/office/drawing/2014/main" id="{487EC06F-59C7-2A61-0A00-76F9CCE67251}"/>
              </a:ext>
            </a:extLst>
          </p:cNvPr>
          <p:cNvSpPr txBox="1"/>
          <p:nvPr/>
        </p:nvSpPr>
        <p:spPr>
          <a:xfrm>
            <a:off x="4264039" y="680235"/>
            <a:ext cx="2712602" cy="984885"/>
          </a:xfrm>
          <a:prstGeom prst="rect">
            <a:avLst/>
          </a:prstGeom>
          <a:noFill/>
        </p:spPr>
        <p:txBody>
          <a:bodyPr wrap="none" rtlCol="0">
            <a:spAutoFit/>
          </a:bodyPr>
          <a:lstStyle/>
          <a:p>
            <a:pPr>
              <a:spcAft>
                <a:spcPts val="1200"/>
              </a:spcAft>
            </a:pPr>
            <a:r>
              <a:rPr lang="en-GB" sz="2400" b="1" dirty="0">
                <a:solidFill>
                  <a:srgbClr val="0000FF"/>
                </a:solidFill>
                <a:latin typeface="Arial" panose="020B0604020202020204" pitchFamily="34" charset="0"/>
                <a:cs typeface="Arial" panose="020B0604020202020204" pitchFamily="34" charset="0"/>
              </a:rPr>
              <a:t>Win: 6</a:t>
            </a:r>
          </a:p>
          <a:p>
            <a:pPr>
              <a:spcAft>
                <a:spcPts val="1200"/>
              </a:spcAft>
            </a:pPr>
            <a:r>
              <a:rPr lang="en-GB" sz="2400" b="1" dirty="0">
                <a:solidFill>
                  <a:srgbClr val="C00000"/>
                </a:solidFill>
                <a:latin typeface="Arial" panose="020B0604020202020204" pitchFamily="34" charset="0"/>
                <a:cs typeface="Arial" panose="020B0604020202020204" pitchFamily="34" charset="0"/>
              </a:rPr>
              <a:t>Loss: 1, 2, 3, 4, 5 </a:t>
            </a:r>
          </a:p>
        </p:txBody>
      </p:sp>
      <p:grpSp>
        <p:nvGrpSpPr>
          <p:cNvPr id="2" name="Group 1">
            <a:extLst>
              <a:ext uri="{FF2B5EF4-FFF2-40B4-BE49-F238E27FC236}">
                <a16:creationId xmlns:a16="http://schemas.microsoft.com/office/drawing/2014/main" id="{20514EA1-87E5-A137-76D0-B8B597733B32}"/>
              </a:ext>
            </a:extLst>
          </p:cNvPr>
          <p:cNvGrpSpPr/>
          <p:nvPr/>
        </p:nvGrpSpPr>
        <p:grpSpPr>
          <a:xfrm>
            <a:off x="1766619" y="4880969"/>
            <a:ext cx="4502172" cy="1886953"/>
            <a:chOff x="1705616" y="4828808"/>
            <a:chExt cx="4502172" cy="1886953"/>
          </a:xfrm>
        </p:grpSpPr>
        <p:pic>
          <p:nvPicPr>
            <p:cNvPr id="4" name="Picture 3">
              <a:extLst>
                <a:ext uri="{FF2B5EF4-FFF2-40B4-BE49-F238E27FC236}">
                  <a16:creationId xmlns:a16="http://schemas.microsoft.com/office/drawing/2014/main" id="{EEF33A42-8FA5-DED7-4EA2-1F6CE4586555}"/>
                </a:ext>
              </a:extLst>
            </p:cNvPr>
            <p:cNvPicPr>
              <a:picLocks noChangeAspect="1"/>
            </p:cNvPicPr>
            <p:nvPr/>
          </p:nvPicPr>
          <p:blipFill>
            <a:blip r:embed="rId3"/>
            <a:stretch>
              <a:fillRect/>
            </a:stretch>
          </p:blipFill>
          <p:spPr>
            <a:xfrm>
              <a:off x="3604216" y="5095761"/>
              <a:ext cx="2603572" cy="1620000"/>
            </a:xfrm>
            <a:prstGeom prst="rect">
              <a:avLst/>
            </a:prstGeom>
          </p:spPr>
        </p:pic>
        <p:sp>
          <p:nvSpPr>
            <p:cNvPr id="5" name="TextBox 4">
              <a:extLst>
                <a:ext uri="{FF2B5EF4-FFF2-40B4-BE49-F238E27FC236}">
                  <a16:creationId xmlns:a16="http://schemas.microsoft.com/office/drawing/2014/main" id="{BA2969EB-A115-AC60-2A02-5D1DEAC81E73}"/>
                </a:ext>
              </a:extLst>
            </p:cNvPr>
            <p:cNvSpPr txBox="1"/>
            <p:nvPr/>
          </p:nvSpPr>
          <p:spPr>
            <a:xfrm>
              <a:off x="1705616" y="5613179"/>
              <a:ext cx="1968809" cy="369332"/>
            </a:xfrm>
            <a:prstGeom prst="rect">
              <a:avLst/>
            </a:prstGeom>
            <a:noFill/>
          </p:spPr>
          <p:txBody>
            <a:bodyPr wrap="none" rtlCol="0">
              <a:spAutoFit/>
            </a:bodyPr>
            <a:lstStyle/>
            <a:p>
              <a:r>
                <a:rPr lang="en-GB" dirty="0"/>
                <a:t>Rolled 1000 times</a:t>
              </a:r>
            </a:p>
          </p:txBody>
        </p:sp>
        <p:sp>
          <p:nvSpPr>
            <p:cNvPr id="7" name="TextBox 6">
              <a:extLst>
                <a:ext uri="{FF2B5EF4-FFF2-40B4-BE49-F238E27FC236}">
                  <a16:creationId xmlns:a16="http://schemas.microsoft.com/office/drawing/2014/main" id="{D081B0F2-955E-5D80-73A3-C058318B9592}"/>
                </a:ext>
              </a:extLst>
            </p:cNvPr>
            <p:cNvSpPr txBox="1"/>
            <p:nvPr/>
          </p:nvSpPr>
          <p:spPr>
            <a:xfrm>
              <a:off x="4152654" y="5954463"/>
              <a:ext cx="83869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16.8%</a:t>
              </a:r>
            </a:p>
          </p:txBody>
        </p:sp>
        <p:sp>
          <p:nvSpPr>
            <p:cNvPr id="9" name="TextBox 8">
              <a:extLst>
                <a:ext uri="{FF2B5EF4-FFF2-40B4-BE49-F238E27FC236}">
                  <a16:creationId xmlns:a16="http://schemas.microsoft.com/office/drawing/2014/main" id="{612BAED3-CBEE-FD25-BFAB-248C60517A40}"/>
                </a:ext>
              </a:extLst>
            </p:cNvPr>
            <p:cNvSpPr txBox="1"/>
            <p:nvPr/>
          </p:nvSpPr>
          <p:spPr>
            <a:xfrm>
              <a:off x="4765578" y="4828808"/>
              <a:ext cx="83869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83.2%</a:t>
              </a:r>
            </a:p>
          </p:txBody>
        </p:sp>
      </p:grpSp>
      <p:grpSp>
        <p:nvGrpSpPr>
          <p:cNvPr id="10" name="Group 9">
            <a:extLst>
              <a:ext uri="{FF2B5EF4-FFF2-40B4-BE49-F238E27FC236}">
                <a16:creationId xmlns:a16="http://schemas.microsoft.com/office/drawing/2014/main" id="{57C6078E-C3E4-65E0-7340-591D7CDBBFAB}"/>
              </a:ext>
            </a:extLst>
          </p:cNvPr>
          <p:cNvGrpSpPr/>
          <p:nvPr/>
        </p:nvGrpSpPr>
        <p:grpSpPr>
          <a:xfrm>
            <a:off x="5936317" y="4857286"/>
            <a:ext cx="4654570" cy="1864211"/>
            <a:chOff x="4412317" y="4857285"/>
            <a:chExt cx="4654570" cy="1864211"/>
          </a:xfrm>
        </p:grpSpPr>
        <p:pic>
          <p:nvPicPr>
            <p:cNvPr id="11" name="Picture 10">
              <a:extLst>
                <a:ext uri="{FF2B5EF4-FFF2-40B4-BE49-F238E27FC236}">
                  <a16:creationId xmlns:a16="http://schemas.microsoft.com/office/drawing/2014/main" id="{FA5A6247-4873-9272-F93B-EA5C62B50166}"/>
                </a:ext>
              </a:extLst>
            </p:cNvPr>
            <p:cNvPicPr>
              <a:picLocks noChangeAspect="1"/>
            </p:cNvPicPr>
            <p:nvPr/>
          </p:nvPicPr>
          <p:blipFill>
            <a:blip r:embed="rId4"/>
            <a:stretch>
              <a:fillRect/>
            </a:stretch>
          </p:blipFill>
          <p:spPr>
            <a:xfrm>
              <a:off x="6425583" y="5101496"/>
              <a:ext cx="2641304" cy="1620000"/>
            </a:xfrm>
            <a:prstGeom prst="rect">
              <a:avLst/>
            </a:prstGeom>
          </p:spPr>
        </p:pic>
        <p:sp>
          <p:nvSpPr>
            <p:cNvPr id="13" name="TextBox 12">
              <a:extLst>
                <a:ext uri="{FF2B5EF4-FFF2-40B4-BE49-F238E27FC236}">
                  <a16:creationId xmlns:a16="http://schemas.microsoft.com/office/drawing/2014/main" id="{B3E349E0-479A-27FD-B01E-FC4AE6524748}"/>
                </a:ext>
              </a:extLst>
            </p:cNvPr>
            <p:cNvSpPr txBox="1"/>
            <p:nvPr/>
          </p:nvSpPr>
          <p:spPr>
            <a:xfrm>
              <a:off x="4412317" y="5637291"/>
              <a:ext cx="2092239" cy="369332"/>
            </a:xfrm>
            <a:prstGeom prst="rect">
              <a:avLst/>
            </a:prstGeom>
            <a:noFill/>
          </p:spPr>
          <p:txBody>
            <a:bodyPr wrap="none" rtlCol="0">
              <a:spAutoFit/>
            </a:bodyPr>
            <a:lstStyle/>
            <a:p>
              <a:r>
                <a:rPr lang="en-GB" dirty="0"/>
                <a:t>Rolled 10000 times</a:t>
              </a:r>
            </a:p>
          </p:txBody>
        </p:sp>
        <p:sp>
          <p:nvSpPr>
            <p:cNvPr id="15" name="TextBox 14">
              <a:extLst>
                <a:ext uri="{FF2B5EF4-FFF2-40B4-BE49-F238E27FC236}">
                  <a16:creationId xmlns:a16="http://schemas.microsoft.com/office/drawing/2014/main" id="{0C91D341-0CE5-6B90-B4B5-AD787CE3AE16}"/>
                </a:ext>
              </a:extLst>
            </p:cNvPr>
            <p:cNvSpPr txBox="1"/>
            <p:nvPr/>
          </p:nvSpPr>
          <p:spPr>
            <a:xfrm>
              <a:off x="6873124" y="5903057"/>
              <a:ext cx="96693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16.64%</a:t>
              </a:r>
            </a:p>
          </p:txBody>
        </p:sp>
        <p:sp>
          <p:nvSpPr>
            <p:cNvPr id="16" name="TextBox 15">
              <a:extLst>
                <a:ext uri="{FF2B5EF4-FFF2-40B4-BE49-F238E27FC236}">
                  <a16:creationId xmlns:a16="http://schemas.microsoft.com/office/drawing/2014/main" id="{638B8A1E-5AEA-7729-144A-813D393DE6C6}"/>
                </a:ext>
              </a:extLst>
            </p:cNvPr>
            <p:cNvSpPr txBox="1"/>
            <p:nvPr/>
          </p:nvSpPr>
          <p:spPr>
            <a:xfrm>
              <a:off x="7635413" y="4857285"/>
              <a:ext cx="966931" cy="369332"/>
            </a:xfrm>
            <a:prstGeom prst="rect">
              <a:avLst/>
            </a:prstGeom>
            <a:noFill/>
          </p:spPr>
          <p:txBody>
            <a:bodyPr wrap="none" rtlCol="0">
              <a:spAutoFit/>
            </a:bodyPr>
            <a:lstStyle/>
            <a:p>
              <a:r>
                <a:rPr lang="en-GB" b="1" dirty="0">
                  <a:solidFill>
                    <a:srgbClr val="FF0000"/>
                  </a:solidFill>
                  <a:latin typeface="Arial" panose="020B0604020202020204" pitchFamily="34" charset="0"/>
                  <a:cs typeface="Arial" panose="020B0604020202020204" pitchFamily="34" charset="0"/>
                </a:rPr>
                <a:t>83.36%</a:t>
              </a:r>
            </a:p>
          </p:txBody>
        </p:sp>
      </p:grpSp>
      <p:grpSp>
        <p:nvGrpSpPr>
          <p:cNvPr id="64" name="Group 63">
            <a:extLst>
              <a:ext uri="{FF2B5EF4-FFF2-40B4-BE49-F238E27FC236}">
                <a16:creationId xmlns:a16="http://schemas.microsoft.com/office/drawing/2014/main" id="{FC526847-2FA7-5C09-4936-98963F529F86}"/>
              </a:ext>
            </a:extLst>
          </p:cNvPr>
          <p:cNvGrpSpPr/>
          <p:nvPr/>
        </p:nvGrpSpPr>
        <p:grpSpPr>
          <a:xfrm>
            <a:off x="2232656" y="1860967"/>
            <a:ext cx="5195865" cy="2927304"/>
            <a:chOff x="1204560" y="1843972"/>
            <a:chExt cx="5195865" cy="2927304"/>
          </a:xfrm>
        </p:grpSpPr>
        <p:cxnSp>
          <p:nvCxnSpPr>
            <p:cNvPr id="55" name="Straight Connector 54">
              <a:extLst>
                <a:ext uri="{FF2B5EF4-FFF2-40B4-BE49-F238E27FC236}">
                  <a16:creationId xmlns:a16="http://schemas.microsoft.com/office/drawing/2014/main" id="{B4C41058-671B-6FB4-1E0D-B80AD220271D}"/>
                </a:ext>
              </a:extLst>
            </p:cNvPr>
            <p:cNvCxnSpPr>
              <a:cxnSpLocks/>
            </p:cNvCxnSpPr>
            <p:nvPr/>
          </p:nvCxnSpPr>
          <p:spPr>
            <a:xfrm flipH="1" flipV="1">
              <a:off x="3828188" y="3649764"/>
              <a:ext cx="667307" cy="0"/>
            </a:xfrm>
            <a:prstGeom prst="line">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FB62C6E-32E2-909F-1C2D-D77C09582AD5}"/>
                </a:ext>
              </a:extLst>
            </p:cNvPr>
            <p:cNvCxnSpPr>
              <a:cxnSpLocks/>
            </p:cNvCxnSpPr>
            <p:nvPr/>
          </p:nvCxnSpPr>
          <p:spPr>
            <a:xfrm flipH="1" flipV="1">
              <a:off x="3848721" y="2279551"/>
              <a:ext cx="1368000" cy="0"/>
            </a:xfrm>
            <a:prstGeom prst="line">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56A77E9-6D9A-E20D-2439-AC1275F3E873}"/>
                </a:ext>
              </a:extLst>
            </p:cNvPr>
            <p:cNvCxnSpPr>
              <a:cxnSpLocks/>
            </p:cNvCxnSpPr>
            <p:nvPr/>
          </p:nvCxnSpPr>
          <p:spPr>
            <a:xfrm flipV="1">
              <a:off x="3836577" y="1843972"/>
              <a:ext cx="0" cy="22783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D3CE965-8956-F02A-DC66-B5538E4FC513}"/>
                </a:ext>
              </a:extLst>
            </p:cNvPr>
            <p:cNvCxnSpPr/>
            <p:nvPr/>
          </p:nvCxnSpPr>
          <p:spPr>
            <a:xfrm>
              <a:off x="3828188" y="4122341"/>
              <a:ext cx="226502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B0B8E41-47FC-1A21-CCEA-8215A8F28E90}"/>
                </a:ext>
              </a:extLst>
            </p:cNvPr>
            <p:cNvCxnSpPr/>
            <p:nvPr/>
          </p:nvCxnSpPr>
          <p:spPr>
            <a:xfrm flipV="1">
              <a:off x="4516029" y="3660947"/>
              <a:ext cx="0" cy="461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62A3495-0A4E-F5A1-2DED-2ED327E78749}"/>
                </a:ext>
              </a:extLst>
            </p:cNvPr>
            <p:cNvCxnSpPr>
              <a:cxnSpLocks/>
            </p:cNvCxnSpPr>
            <p:nvPr/>
          </p:nvCxnSpPr>
          <p:spPr>
            <a:xfrm flipV="1">
              <a:off x="5205324" y="2310319"/>
              <a:ext cx="0" cy="18008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6AFA102C-088D-C6ED-52FC-1CC8B0F25761}"/>
                </a:ext>
              </a:extLst>
            </p:cNvPr>
            <p:cNvSpPr/>
            <p:nvPr/>
          </p:nvSpPr>
          <p:spPr>
            <a:xfrm>
              <a:off x="5169324" y="2245651"/>
              <a:ext cx="72000" cy="72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Oval 52">
              <a:extLst>
                <a:ext uri="{FF2B5EF4-FFF2-40B4-BE49-F238E27FC236}">
                  <a16:creationId xmlns:a16="http://schemas.microsoft.com/office/drawing/2014/main" id="{41B7B470-20F4-FED5-B07B-298A5A05EAFA}"/>
                </a:ext>
              </a:extLst>
            </p:cNvPr>
            <p:cNvSpPr/>
            <p:nvPr/>
          </p:nvSpPr>
          <p:spPr>
            <a:xfrm>
              <a:off x="4484951" y="3618014"/>
              <a:ext cx="72000" cy="72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07AF6DF-43C2-F3B7-ACD6-73C0C77B11C0}"/>
                    </a:ext>
                  </a:extLst>
                </p:cNvPr>
                <p:cNvSpPr txBox="1"/>
                <p:nvPr/>
              </p:nvSpPr>
              <p:spPr>
                <a:xfrm>
                  <a:off x="2005927" y="3293446"/>
                  <a:ext cx="1865832"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𝑝</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1</m:t>
                            </m:r>
                          </m:num>
                          <m:den>
                            <m:r>
                              <a:rPr lang="en-GB" i="1" dirty="0">
                                <a:latin typeface="Cambria Math" panose="02040503050406030204" pitchFamily="18" charset="0"/>
                              </a:rPr>
                              <m:t>6</m:t>
                            </m:r>
                          </m:den>
                        </m:f>
                        <m:r>
                          <a:rPr lang="en-GB" i="1" dirty="0">
                            <a:latin typeface="Cambria Math" panose="02040503050406030204" pitchFamily="18" charset="0"/>
                          </a:rPr>
                          <m:t>=16.66%</m:t>
                        </m:r>
                      </m:oMath>
                    </m:oMathPara>
                  </a14:m>
                  <a:endParaRPr lang="en-GB" dirty="0"/>
                </a:p>
              </p:txBody>
            </p:sp>
          </mc:Choice>
          <mc:Fallback xmlns="">
            <p:sp>
              <p:nvSpPr>
                <p:cNvPr id="58" name="TextBox 57">
                  <a:extLst>
                    <a:ext uri="{FF2B5EF4-FFF2-40B4-BE49-F238E27FC236}">
                      <a16:creationId xmlns:a16="http://schemas.microsoft.com/office/drawing/2014/main" id="{A07AF6DF-43C2-F3B7-ACD6-73C0C77B11C0}"/>
                    </a:ext>
                  </a:extLst>
                </p:cNvPr>
                <p:cNvSpPr txBox="1">
                  <a:spLocks noRot="1" noChangeAspect="1" noMove="1" noResize="1" noEditPoints="1" noAdjustHandles="1" noChangeArrowheads="1" noChangeShapeType="1" noTextEdit="1"/>
                </p:cNvSpPr>
                <p:nvPr/>
              </p:nvSpPr>
              <p:spPr>
                <a:xfrm>
                  <a:off x="2005927" y="3293446"/>
                  <a:ext cx="1865832" cy="6127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54043BA-C35C-6777-33B1-89265E434C49}"/>
                    </a:ext>
                  </a:extLst>
                </p:cNvPr>
                <p:cNvSpPr txBox="1"/>
                <p:nvPr/>
              </p:nvSpPr>
              <p:spPr>
                <a:xfrm>
                  <a:off x="1204560" y="1940553"/>
                  <a:ext cx="2703176" cy="6183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𝑞</m:t>
                        </m:r>
                        <m:r>
                          <a:rPr lang="en-GB" i="1" dirty="0">
                            <a:latin typeface="Cambria Math" panose="02040503050406030204" pitchFamily="18" charset="0"/>
                          </a:rPr>
                          <m:t>=1−</m:t>
                        </m:r>
                        <m:r>
                          <a:rPr lang="en-GB" i="1" dirty="0">
                            <a:latin typeface="Cambria Math" panose="02040503050406030204" pitchFamily="18" charset="0"/>
                          </a:rPr>
                          <m:t>𝑝</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5</m:t>
                            </m:r>
                          </m:num>
                          <m:den>
                            <m:r>
                              <a:rPr lang="en-GB" i="1" dirty="0">
                                <a:latin typeface="Cambria Math" panose="02040503050406030204" pitchFamily="18" charset="0"/>
                              </a:rPr>
                              <m:t>6</m:t>
                            </m:r>
                          </m:den>
                        </m:f>
                        <m:r>
                          <a:rPr lang="en-GB" i="1" dirty="0">
                            <a:latin typeface="Cambria Math" panose="02040503050406030204" pitchFamily="18" charset="0"/>
                          </a:rPr>
                          <m:t>=83.33%</m:t>
                        </m:r>
                      </m:oMath>
                    </m:oMathPara>
                  </a14:m>
                  <a:endParaRPr lang="en-GB" dirty="0"/>
                </a:p>
              </p:txBody>
            </p:sp>
          </mc:Choice>
          <mc:Fallback xmlns="">
            <p:sp>
              <p:nvSpPr>
                <p:cNvPr id="59" name="TextBox 58">
                  <a:extLst>
                    <a:ext uri="{FF2B5EF4-FFF2-40B4-BE49-F238E27FC236}">
                      <a16:creationId xmlns:a16="http://schemas.microsoft.com/office/drawing/2014/main" id="{F54043BA-C35C-6777-33B1-89265E434C49}"/>
                    </a:ext>
                  </a:extLst>
                </p:cNvPr>
                <p:cNvSpPr txBox="1">
                  <a:spLocks noRot="1" noChangeAspect="1" noMove="1" noResize="1" noEditPoints="1" noAdjustHandles="1" noChangeArrowheads="1" noChangeShapeType="1" noTextEdit="1"/>
                </p:cNvSpPr>
                <p:nvPr/>
              </p:nvSpPr>
              <p:spPr>
                <a:xfrm>
                  <a:off x="1204560" y="1940553"/>
                  <a:ext cx="2703176" cy="618311"/>
                </a:xfrm>
                <a:prstGeom prst="rect">
                  <a:avLst/>
                </a:prstGeom>
                <a:blipFill>
                  <a:blip r:embed="rId6"/>
                  <a:stretch>
                    <a:fillRect/>
                  </a:stretch>
                </a:blipFill>
              </p:spPr>
              <p:txBody>
                <a:bodyPr/>
                <a:lstStyle/>
                <a:p>
                  <a:r>
                    <a:rPr lang="en-GB">
                      <a:noFill/>
                    </a:rPr>
                    <a:t> </a:t>
                  </a:r>
                </a:p>
              </p:txBody>
            </p:sp>
          </mc:Fallback>
        </mc:AlternateContent>
        <p:sp>
          <p:nvSpPr>
            <p:cNvPr id="60" name="TextBox 59">
              <a:extLst>
                <a:ext uri="{FF2B5EF4-FFF2-40B4-BE49-F238E27FC236}">
                  <a16:creationId xmlns:a16="http://schemas.microsoft.com/office/drawing/2014/main" id="{A53C45FB-33E4-DAD7-EE1C-2F9B0CF56224}"/>
                </a:ext>
              </a:extLst>
            </p:cNvPr>
            <p:cNvSpPr txBox="1"/>
            <p:nvPr/>
          </p:nvSpPr>
          <p:spPr>
            <a:xfrm>
              <a:off x="6087519" y="3937675"/>
              <a:ext cx="312906" cy="369332"/>
            </a:xfrm>
            <a:prstGeom prst="rect">
              <a:avLst/>
            </a:prstGeom>
            <a:noFill/>
          </p:spPr>
          <p:txBody>
            <a:bodyPr wrap="none" rtlCol="0">
              <a:spAutoFit/>
            </a:bodyPr>
            <a:lstStyle/>
            <a:p>
              <a:r>
                <a:rPr lang="en-GB" dirty="0"/>
                <a:t>X</a:t>
              </a:r>
            </a:p>
          </p:txBody>
        </p:sp>
        <p:sp>
          <p:nvSpPr>
            <p:cNvPr id="61" name="TextBox 60">
              <a:extLst>
                <a:ext uri="{FF2B5EF4-FFF2-40B4-BE49-F238E27FC236}">
                  <a16:creationId xmlns:a16="http://schemas.microsoft.com/office/drawing/2014/main" id="{00AD60CA-95A1-BEB8-56A1-CB710EF8F19E}"/>
                </a:ext>
              </a:extLst>
            </p:cNvPr>
            <p:cNvSpPr txBox="1"/>
            <p:nvPr/>
          </p:nvSpPr>
          <p:spPr>
            <a:xfrm>
              <a:off x="4176310" y="4124945"/>
              <a:ext cx="665567" cy="646331"/>
            </a:xfrm>
            <a:prstGeom prst="rect">
              <a:avLst/>
            </a:prstGeom>
            <a:noFill/>
          </p:spPr>
          <p:txBody>
            <a:bodyPr wrap="none" rtlCol="0">
              <a:spAutoFit/>
            </a:bodyPr>
            <a:lstStyle/>
            <a:p>
              <a:pPr algn="ctr"/>
              <a:r>
                <a:rPr lang="en-GB" dirty="0"/>
                <a:t>X=1</a:t>
              </a:r>
            </a:p>
            <a:p>
              <a:pPr algn="ctr"/>
              <a:r>
                <a:rPr lang="en-GB" dirty="0"/>
                <a:t>(win)</a:t>
              </a:r>
            </a:p>
          </p:txBody>
        </p:sp>
        <p:sp>
          <p:nvSpPr>
            <p:cNvPr id="62" name="TextBox 61">
              <a:extLst>
                <a:ext uri="{FF2B5EF4-FFF2-40B4-BE49-F238E27FC236}">
                  <a16:creationId xmlns:a16="http://schemas.microsoft.com/office/drawing/2014/main" id="{34604D04-939A-F23B-8A57-961CBE81F147}"/>
                </a:ext>
              </a:extLst>
            </p:cNvPr>
            <p:cNvSpPr txBox="1"/>
            <p:nvPr/>
          </p:nvSpPr>
          <p:spPr>
            <a:xfrm>
              <a:off x="4823536" y="4124719"/>
              <a:ext cx="786370" cy="646331"/>
            </a:xfrm>
            <a:prstGeom prst="rect">
              <a:avLst/>
            </a:prstGeom>
            <a:noFill/>
          </p:spPr>
          <p:txBody>
            <a:bodyPr wrap="none" rtlCol="0">
              <a:spAutoFit/>
            </a:bodyPr>
            <a:lstStyle/>
            <a:p>
              <a:pPr algn="ctr"/>
              <a:r>
                <a:rPr lang="en-GB" dirty="0"/>
                <a:t>X=0</a:t>
              </a:r>
            </a:p>
            <a:p>
              <a:pPr algn="ctr"/>
              <a:r>
                <a:rPr lang="en-GB" dirty="0"/>
                <a:t>(Loss)</a:t>
              </a:r>
            </a:p>
          </p:txBody>
        </p:sp>
      </p:gr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7DC8CBC-A5BA-37E5-A103-DA6130326AD2}"/>
                  </a:ext>
                </a:extLst>
              </p:cNvPr>
              <p:cNvSpPr txBox="1"/>
              <p:nvPr/>
            </p:nvSpPr>
            <p:spPr>
              <a:xfrm>
                <a:off x="7268060" y="1918590"/>
                <a:ext cx="262302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𝑋</m:t>
                      </m:r>
                      <m:r>
                        <a:rPr lang="en-GB" sz="2800" i="1">
                          <a:latin typeface="Cambria Math" panose="02040503050406030204" pitchFamily="18" charset="0"/>
                          <a:ea typeface="Cambria Math" panose="02040503050406030204" pitchFamily="18" charset="0"/>
                        </a:rPr>
                        <m:t>~</m:t>
                      </m:r>
                      <m:r>
                        <a:rPr lang="en-GB" sz="2800" i="1">
                          <a:latin typeface="Cambria Math" panose="02040503050406030204" pitchFamily="18" charset="0"/>
                          <a:ea typeface="Cambria Math" panose="02040503050406030204" pitchFamily="18" charset="0"/>
                        </a:rPr>
                        <m:t>𝐵𝑒𝑟𝑛𝑜𝑢𝑙𝑙𝑖</m:t>
                      </m:r>
                      <m:r>
                        <a:rPr lang="en-GB" sz="2800" i="1">
                          <a:latin typeface="Cambria Math" panose="02040503050406030204" pitchFamily="18" charset="0"/>
                          <a:ea typeface="Cambria Math" panose="02040503050406030204" pitchFamily="18" charset="0"/>
                        </a:rPr>
                        <m:t>(</m:t>
                      </m:r>
                      <m:r>
                        <a:rPr lang="en-GB" sz="2800" i="1">
                          <a:latin typeface="Cambria Math" panose="02040503050406030204" pitchFamily="18" charset="0"/>
                          <a:ea typeface="Cambria Math" panose="02040503050406030204" pitchFamily="18" charset="0"/>
                        </a:rPr>
                        <m:t>𝑝</m:t>
                      </m:r>
                      <m:r>
                        <a:rPr lang="en-GB" sz="2800" i="1">
                          <a:latin typeface="Cambria Math" panose="02040503050406030204" pitchFamily="18" charset="0"/>
                          <a:ea typeface="Cambria Math" panose="02040503050406030204" pitchFamily="18" charset="0"/>
                        </a:rPr>
                        <m:t>)</m:t>
                      </m:r>
                    </m:oMath>
                  </m:oMathPara>
                </a14:m>
                <a:endParaRPr lang="en-GB" sz="2800" dirty="0"/>
              </a:p>
            </p:txBody>
          </p:sp>
        </mc:Choice>
        <mc:Fallback xmlns="">
          <p:sp>
            <p:nvSpPr>
              <p:cNvPr id="63" name="TextBox 62">
                <a:extLst>
                  <a:ext uri="{FF2B5EF4-FFF2-40B4-BE49-F238E27FC236}">
                    <a16:creationId xmlns:a16="http://schemas.microsoft.com/office/drawing/2014/main" id="{F7DC8CBC-A5BA-37E5-A103-DA6130326AD2}"/>
                  </a:ext>
                </a:extLst>
              </p:cNvPr>
              <p:cNvSpPr txBox="1">
                <a:spLocks noRot="1" noChangeAspect="1" noMove="1" noResize="1" noEditPoints="1" noAdjustHandles="1" noChangeArrowheads="1" noChangeShapeType="1" noTextEdit="1"/>
              </p:cNvSpPr>
              <p:nvPr/>
            </p:nvSpPr>
            <p:spPr>
              <a:xfrm>
                <a:off x="7268060" y="1918590"/>
                <a:ext cx="2623026" cy="430887"/>
              </a:xfrm>
              <a:prstGeom prst="rect">
                <a:avLst/>
              </a:prstGeom>
              <a:blipFill>
                <a:blip r:embed="rId7"/>
                <a:stretch>
                  <a:fillRect l="-2885" t="-2941" r="-3846" b="-35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85C7EE90-AF02-2138-A97D-B21CBEC655D6}"/>
                  </a:ext>
                </a:extLst>
              </p:cNvPr>
              <p:cNvSpPr txBox="1"/>
              <p:nvPr/>
            </p:nvSpPr>
            <p:spPr>
              <a:xfrm>
                <a:off x="7103160" y="2774100"/>
                <a:ext cx="3416512" cy="1124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𝑃</m:t>
                      </m:r>
                      <m:d>
                        <m:dPr>
                          <m:ctrlPr>
                            <a:rPr lang="en-GB" sz="2800" i="1">
                              <a:latin typeface="Cambria Math" panose="02040503050406030204" pitchFamily="18" charset="0"/>
                            </a:rPr>
                          </m:ctrlPr>
                        </m:dPr>
                        <m:e>
                          <m:r>
                            <a:rPr lang="en-GB" sz="2800" i="1">
                              <a:latin typeface="Cambria Math" panose="02040503050406030204" pitchFamily="18" charset="0"/>
                            </a:rPr>
                            <m:t>𝑥</m:t>
                          </m:r>
                        </m:e>
                      </m:d>
                      <m:r>
                        <a:rPr lang="en-GB" sz="2800" i="1">
                          <a:latin typeface="Cambria Math" panose="02040503050406030204" pitchFamily="18" charset="0"/>
                        </a:rPr>
                        <m:t>=</m:t>
                      </m:r>
                      <m:d>
                        <m:dPr>
                          <m:begChr m:val="{"/>
                          <m:endChr m:val=""/>
                          <m:ctrlPr>
                            <a:rPr lang="en-GB" sz="2800" i="1">
                              <a:latin typeface="Cambria Math" panose="02040503050406030204" pitchFamily="18" charset="0"/>
                            </a:rPr>
                          </m:ctrlPr>
                        </m:dPr>
                        <m:e>
                          <m:m>
                            <m:mPr>
                              <m:mcs>
                                <m:mc>
                                  <m:mcPr>
                                    <m:count m:val="1"/>
                                    <m:mcJc m:val="center"/>
                                  </m:mcPr>
                                </m:mc>
                              </m:mcs>
                              <m:ctrlPr>
                                <a:rPr lang="en-GB" sz="2800" i="1">
                                  <a:latin typeface="Cambria Math" panose="02040503050406030204" pitchFamily="18" charset="0"/>
                                </a:rPr>
                              </m:ctrlPr>
                            </m:mPr>
                            <m:mr>
                              <m:e>
                                <m:eqArr>
                                  <m:eqArrPr>
                                    <m:ctrlPr>
                                      <a:rPr lang="en-GB" sz="2800" i="1">
                                        <a:latin typeface="Cambria Math" panose="02040503050406030204" pitchFamily="18" charset="0"/>
                                      </a:rPr>
                                    </m:ctrlPr>
                                  </m:eqArrPr>
                                  <m:e>
                                    <m:r>
                                      <m:rPr>
                                        <m:brk m:alnAt="7"/>
                                      </m:rPr>
                                      <a:rPr lang="en-GB" sz="2800" i="1">
                                        <a:latin typeface="Cambria Math" panose="02040503050406030204" pitchFamily="18" charset="0"/>
                                      </a:rPr>
                                      <m:t>𝑝</m:t>
                                    </m:r>
                                  </m:e>
                                  <m:e/>
                                </m:eqArr>
                              </m:e>
                            </m:mr>
                            <m:mr>
                              <m:e>
                                <m:r>
                                  <a:rPr lang="en-GB" sz="2800" i="1">
                                    <a:latin typeface="Cambria Math" panose="02040503050406030204" pitchFamily="18" charset="0"/>
                                  </a:rPr>
                                  <m:t>1−</m:t>
                                </m:r>
                                <m:r>
                                  <a:rPr lang="en-GB" sz="2800" i="1">
                                    <a:latin typeface="Cambria Math" panose="02040503050406030204" pitchFamily="18" charset="0"/>
                                  </a:rPr>
                                  <m:t>𝑝</m:t>
                                </m:r>
                              </m:e>
                            </m:mr>
                          </m:m>
                          <m:r>
                            <a:rPr lang="en-GB" sz="2800" i="1">
                              <a:latin typeface="Cambria Math" panose="02040503050406030204" pitchFamily="18" charset="0"/>
                            </a:rPr>
                            <m:t>   </m:t>
                          </m:r>
                        </m:e>
                      </m:d>
                      <m:m>
                        <m:mPr>
                          <m:mcs>
                            <m:mc>
                              <m:mcPr>
                                <m:count m:val="1"/>
                                <m:mcJc m:val="center"/>
                              </m:mcPr>
                            </m:mc>
                          </m:mcs>
                          <m:ctrlPr>
                            <a:rPr lang="en-GB" sz="2800" i="1">
                              <a:latin typeface="Cambria Math" panose="02040503050406030204" pitchFamily="18" charset="0"/>
                            </a:rPr>
                          </m:ctrlPr>
                        </m:mPr>
                        <m:mr>
                          <m:e>
                            <m:eqArr>
                              <m:eqArrPr>
                                <m:ctrlPr>
                                  <a:rPr lang="en-GB" sz="2800" i="1">
                                    <a:latin typeface="Cambria Math" panose="02040503050406030204" pitchFamily="18" charset="0"/>
                                  </a:rPr>
                                </m:ctrlPr>
                              </m:eqArrPr>
                              <m:e>
                                <m:r>
                                  <m:rPr>
                                    <m:brk m:alnAt="7"/>
                                  </m:rPr>
                                  <a:rPr lang="en-GB" sz="2800" i="1">
                                    <a:latin typeface="Cambria Math" panose="02040503050406030204" pitchFamily="18" charset="0"/>
                                  </a:rPr>
                                  <m:t>𝑥</m:t>
                                </m:r>
                                <m:r>
                                  <a:rPr lang="en-GB" sz="2800" i="1">
                                    <a:latin typeface="Cambria Math" panose="02040503050406030204" pitchFamily="18" charset="0"/>
                                  </a:rPr>
                                  <m:t>=1</m:t>
                                </m:r>
                              </m:e>
                              <m:e/>
                            </m:eqArr>
                          </m:e>
                        </m:mr>
                        <m:mr>
                          <m:e>
                            <m:r>
                              <a:rPr lang="en-GB" sz="2800" i="1">
                                <a:latin typeface="Cambria Math" panose="02040503050406030204" pitchFamily="18" charset="0"/>
                              </a:rPr>
                              <m:t>𝑥</m:t>
                            </m:r>
                            <m:r>
                              <a:rPr lang="en-GB" sz="2800" i="1">
                                <a:latin typeface="Cambria Math" panose="02040503050406030204" pitchFamily="18" charset="0"/>
                              </a:rPr>
                              <m:t>=0</m:t>
                            </m:r>
                          </m:e>
                        </m:mr>
                      </m:m>
                    </m:oMath>
                  </m:oMathPara>
                </a14:m>
                <a:endParaRPr lang="en-GB" sz="2800" dirty="0"/>
              </a:p>
            </p:txBody>
          </p:sp>
        </mc:Choice>
        <mc:Fallback xmlns="">
          <p:sp>
            <p:nvSpPr>
              <p:cNvPr id="65" name="TextBox 64">
                <a:extLst>
                  <a:ext uri="{FF2B5EF4-FFF2-40B4-BE49-F238E27FC236}">
                    <a16:creationId xmlns:a16="http://schemas.microsoft.com/office/drawing/2014/main" id="{85C7EE90-AF02-2138-A97D-B21CBEC655D6}"/>
                  </a:ext>
                </a:extLst>
              </p:cNvPr>
              <p:cNvSpPr txBox="1">
                <a:spLocks noRot="1" noChangeAspect="1" noMove="1" noResize="1" noEditPoints="1" noAdjustHandles="1" noChangeArrowheads="1" noChangeShapeType="1" noTextEdit="1"/>
              </p:cNvSpPr>
              <p:nvPr/>
            </p:nvSpPr>
            <p:spPr>
              <a:xfrm>
                <a:off x="7103160" y="2774100"/>
                <a:ext cx="3416512" cy="1124219"/>
              </a:xfrm>
              <a:prstGeom prst="rect">
                <a:avLst/>
              </a:prstGeom>
              <a:blipFill>
                <a:blip r:embed="rId8"/>
                <a:stretch>
                  <a:fillRect l="-25185" t="-228090" r="-2222" b="-325843"/>
                </a:stretch>
              </a:blipFill>
            </p:spPr>
            <p:txBody>
              <a:bodyPr/>
              <a:lstStyle/>
              <a:p>
                <a:r>
                  <a:rPr lang="en-US">
                    <a:noFill/>
                  </a:rPr>
                  <a:t> </a:t>
                </a:r>
              </a:p>
            </p:txBody>
          </p:sp>
        </mc:Fallback>
      </mc:AlternateContent>
    </p:spTree>
    <p:extLst>
      <p:ext uri="{BB962C8B-B14F-4D97-AF65-F5344CB8AC3E}">
        <p14:creationId xmlns:p14="http://schemas.microsoft.com/office/powerpoint/2010/main" val="968309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E230B-6FEF-DC82-3B4D-8DFD42CACC27}"/>
              </a:ext>
            </a:extLst>
          </p:cNvPr>
          <p:cNvSpPr>
            <a:spLocks noGrp="1"/>
          </p:cNvSpPr>
          <p:nvPr>
            <p:ph type="title"/>
          </p:nvPr>
        </p:nvSpPr>
        <p:spPr/>
        <p:txBody>
          <a:bodyPr/>
          <a:lstStyle/>
          <a:p>
            <a:r>
              <a:rPr lang="en-US" dirty="0">
                <a:solidFill>
                  <a:srgbClr val="0070C0"/>
                </a:solidFill>
              </a:rPr>
              <a:t>Binomial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77D201-4157-9796-0323-C57B98B72B30}"/>
                  </a:ext>
                </a:extLst>
              </p:cNvPr>
              <p:cNvSpPr>
                <a:spLocks noGrp="1"/>
              </p:cNvSpPr>
              <p:nvPr>
                <p:ph idx="1"/>
              </p:nvPr>
            </p:nvSpPr>
            <p:spPr/>
            <p:txBody>
              <a:bodyPr/>
              <a:lstStyle/>
              <a:p>
                <a:pPr marL="0" indent="0">
                  <a:buNone/>
                </a:pPr>
                <a:r>
                  <a:rPr lang="en-US" dirty="0"/>
                  <a:t>Suppose we consider </a:t>
                </a:r>
                <a:r>
                  <a:rPr lang="en-US" dirty="0">
                    <a:solidFill>
                      <a:srgbClr val="FF0000"/>
                    </a:solidFill>
                  </a:rPr>
                  <a:t>n independent trials </a:t>
                </a:r>
                <a:r>
                  <a:rPr lang="en-US" dirty="0"/>
                  <a:t>of a Bernoulli experiment. In each trial we might obtain </a:t>
                </a:r>
                <a14:m>
                  <m:oMath xmlns:m="http://schemas.openxmlformats.org/officeDocument/2006/math">
                    <m:r>
                      <a:rPr lang="en-GB" b="0" i="1" smtClean="0">
                        <a:latin typeface="Cambria Math" panose="02040503050406030204" pitchFamily="18" charset="0"/>
                      </a:rPr>
                      <m:t>𝐴</m:t>
                    </m:r>
                  </m:oMath>
                </a14:m>
                <a:r>
                  <a:rPr lang="en-US" dirty="0"/>
                  <a:t> (event of interest occurs) or </a:t>
                </a:r>
                <a14:m>
                  <m:oMath xmlns:m="http://schemas.openxmlformats.org/officeDocument/2006/math">
                    <m:acc>
                      <m:accPr>
                        <m:chr m:val="̅"/>
                        <m:ctrlPr>
                          <a:rPr lang="en-US" i="1" smtClean="0">
                            <a:latin typeface="Cambria Math" panose="02040503050406030204" pitchFamily="18" charset="0"/>
                          </a:rPr>
                        </m:ctrlPr>
                      </m:accPr>
                      <m:e>
                        <m:r>
                          <a:rPr lang="en-GB" b="0" i="1" smtClean="0">
                            <a:latin typeface="Cambria Math" panose="02040503050406030204" pitchFamily="18" charset="0"/>
                          </a:rPr>
                          <m:t>𝐴</m:t>
                        </m:r>
                      </m:e>
                    </m:acc>
                  </m:oMath>
                </a14:m>
                <a:r>
                  <a:rPr lang="en-US" dirty="0"/>
                  <a:t> (event of interest does not occur). </a:t>
                </a:r>
              </a:p>
              <a:p>
                <a:pPr marL="0" indent="0">
                  <a:buNone/>
                </a:pPr>
                <a:r>
                  <a:rPr lang="en-US" dirty="0"/>
                  <a:t>Hence, the number of times that </a:t>
                </a:r>
                <a14:m>
                  <m:oMath xmlns:m="http://schemas.openxmlformats.org/officeDocument/2006/math">
                    <m:r>
                      <a:rPr lang="en-GB" b="0" i="1" smtClean="0">
                        <a:latin typeface="Cambria Math" panose="02040503050406030204" pitchFamily="18" charset="0"/>
                      </a:rPr>
                      <m:t>𝐴</m:t>
                    </m:r>
                  </m:oMath>
                </a14:m>
                <a:r>
                  <a:rPr lang="en-US" dirty="0"/>
                  <a:t> occurs is a number between 0 and n.</a:t>
                </a:r>
              </a:p>
              <a:p>
                <a:pPr marL="0" indent="0">
                  <a:buNone/>
                </a:pPr>
                <a:endParaRPr lang="en-US" dirty="0"/>
              </a:p>
              <a:p>
                <a:pPr marL="0" indent="0">
                  <a:buNone/>
                </a:pPr>
                <a:r>
                  <a:rPr lang="en-US" dirty="0">
                    <a:solidFill>
                      <a:srgbClr val="00B050"/>
                    </a:solidFill>
                  </a:rPr>
                  <a:t>The binomial distribution describes the probability that event </a:t>
                </a:r>
                <a14:m>
                  <m:oMath xmlns:m="http://schemas.openxmlformats.org/officeDocument/2006/math">
                    <m:r>
                      <a:rPr lang="en-GB" b="0" i="1" smtClean="0">
                        <a:solidFill>
                          <a:srgbClr val="00B050"/>
                        </a:solidFill>
                        <a:latin typeface="Cambria Math" panose="02040503050406030204" pitchFamily="18" charset="0"/>
                      </a:rPr>
                      <m:t>𝐴</m:t>
                    </m:r>
                  </m:oMath>
                </a14:m>
                <a:r>
                  <a:rPr lang="en-US" dirty="0">
                    <a:solidFill>
                      <a:srgbClr val="00B050"/>
                    </a:solidFill>
                  </a:rPr>
                  <a:t> occurs k times.</a:t>
                </a:r>
              </a:p>
            </p:txBody>
          </p:sp>
        </mc:Choice>
        <mc:Fallback xmlns="">
          <p:sp>
            <p:nvSpPr>
              <p:cNvPr id="3" name="Content Placeholder 2">
                <a:extLst>
                  <a:ext uri="{FF2B5EF4-FFF2-40B4-BE49-F238E27FC236}">
                    <a16:creationId xmlns:a16="http://schemas.microsoft.com/office/drawing/2014/main" id="{4477D201-4157-9796-0323-C57B98B72B30}"/>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268430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91EBC13-7BE5-18E6-6C01-6AC692F1781C}"/>
              </a:ext>
            </a:extLst>
          </p:cNvPr>
          <p:cNvSpPr txBox="1"/>
          <p:nvPr/>
        </p:nvSpPr>
        <p:spPr>
          <a:xfrm>
            <a:off x="1689684" y="533152"/>
            <a:ext cx="8793759" cy="1323439"/>
          </a:xfrm>
          <a:prstGeom prst="rect">
            <a:avLst/>
          </a:prstGeom>
          <a:noFill/>
        </p:spPr>
        <p:txBody>
          <a:bodyPr wrap="square">
            <a:spAutoFit/>
          </a:bodyPr>
          <a:lstStyle/>
          <a:p>
            <a:pPr algn="just"/>
            <a:r>
              <a:rPr lang="en-GB" sz="2000" dirty="0">
                <a:latin typeface="Arial" panose="020B0604020202020204" pitchFamily="34" charset="0"/>
                <a:cs typeface="Arial" panose="020B0604020202020204" pitchFamily="34" charset="0"/>
              </a:rPr>
              <a:t>Five percent of all smartphones manufactured by a large electronics company are defective. A quality control inspector randomly selects three smartphones from the production line. What is the probability that exactly one of these three smartphones is defective?</a:t>
            </a:r>
          </a:p>
        </p:txBody>
      </p:sp>
      <p:sp>
        <p:nvSpPr>
          <p:cNvPr id="10" name="TextBox 9">
            <a:extLst>
              <a:ext uri="{FF2B5EF4-FFF2-40B4-BE49-F238E27FC236}">
                <a16:creationId xmlns:a16="http://schemas.microsoft.com/office/drawing/2014/main" id="{A77D9AA1-F1D5-6669-7522-BA9568AA4D14}"/>
              </a:ext>
            </a:extLst>
          </p:cNvPr>
          <p:cNvSpPr txBox="1"/>
          <p:nvPr/>
        </p:nvSpPr>
        <p:spPr>
          <a:xfrm>
            <a:off x="1893116" y="2305427"/>
            <a:ext cx="7618368" cy="523220"/>
          </a:xfrm>
          <a:prstGeom prst="rect">
            <a:avLst/>
          </a:prstGeom>
          <a:noFill/>
        </p:spPr>
        <p:txBody>
          <a:bodyPr wrap="none" rtlCol="0">
            <a:spAutoFit/>
          </a:bodyPr>
          <a:lstStyle/>
          <a:p>
            <a:r>
              <a:rPr lang="en-GB" sz="2800" dirty="0"/>
              <a:t>Bernoulli Experiment: pick one phone at random</a:t>
            </a:r>
          </a:p>
        </p:txBody>
      </p:sp>
      <p:grpSp>
        <p:nvGrpSpPr>
          <p:cNvPr id="12" name="Group 11">
            <a:extLst>
              <a:ext uri="{FF2B5EF4-FFF2-40B4-BE49-F238E27FC236}">
                <a16:creationId xmlns:a16="http://schemas.microsoft.com/office/drawing/2014/main" id="{A6A00C59-4038-243B-BABC-EA329C85B905}"/>
              </a:ext>
            </a:extLst>
          </p:cNvPr>
          <p:cNvGrpSpPr/>
          <p:nvPr/>
        </p:nvGrpSpPr>
        <p:grpSpPr>
          <a:xfrm>
            <a:off x="2784760" y="3354211"/>
            <a:ext cx="5195865" cy="2927304"/>
            <a:chOff x="1204560" y="1843972"/>
            <a:chExt cx="5195865" cy="2927304"/>
          </a:xfrm>
        </p:grpSpPr>
        <p:cxnSp>
          <p:nvCxnSpPr>
            <p:cNvPr id="13" name="Straight Connector 12">
              <a:extLst>
                <a:ext uri="{FF2B5EF4-FFF2-40B4-BE49-F238E27FC236}">
                  <a16:creationId xmlns:a16="http://schemas.microsoft.com/office/drawing/2014/main" id="{AD960302-3225-FCA0-37E1-27F8F08ECF3D}"/>
                </a:ext>
              </a:extLst>
            </p:cNvPr>
            <p:cNvCxnSpPr>
              <a:cxnSpLocks/>
            </p:cNvCxnSpPr>
            <p:nvPr/>
          </p:nvCxnSpPr>
          <p:spPr>
            <a:xfrm flipH="1" flipV="1">
              <a:off x="3828188" y="3649764"/>
              <a:ext cx="667307" cy="0"/>
            </a:xfrm>
            <a:prstGeom prst="line">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31D6BF4-489A-EC70-EF2B-91ABDB584DDC}"/>
                </a:ext>
              </a:extLst>
            </p:cNvPr>
            <p:cNvCxnSpPr>
              <a:cxnSpLocks/>
            </p:cNvCxnSpPr>
            <p:nvPr/>
          </p:nvCxnSpPr>
          <p:spPr>
            <a:xfrm flipH="1" flipV="1">
              <a:off x="3848721" y="2279551"/>
              <a:ext cx="1368000" cy="0"/>
            </a:xfrm>
            <a:prstGeom prst="line">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DB9940B-493F-721A-F34D-4447095FDA1F}"/>
                </a:ext>
              </a:extLst>
            </p:cNvPr>
            <p:cNvCxnSpPr>
              <a:cxnSpLocks/>
            </p:cNvCxnSpPr>
            <p:nvPr/>
          </p:nvCxnSpPr>
          <p:spPr>
            <a:xfrm flipV="1">
              <a:off x="3836577" y="1843972"/>
              <a:ext cx="0" cy="22783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A9BE430-224A-2563-0270-E94D327A1632}"/>
                </a:ext>
              </a:extLst>
            </p:cNvPr>
            <p:cNvCxnSpPr/>
            <p:nvPr/>
          </p:nvCxnSpPr>
          <p:spPr>
            <a:xfrm>
              <a:off x="3828188" y="4122341"/>
              <a:ext cx="226502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C5A2944-A60A-66B5-6BE9-BA464F63C266}"/>
                </a:ext>
              </a:extLst>
            </p:cNvPr>
            <p:cNvCxnSpPr/>
            <p:nvPr/>
          </p:nvCxnSpPr>
          <p:spPr>
            <a:xfrm flipV="1">
              <a:off x="4516029" y="3660947"/>
              <a:ext cx="0" cy="461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D56FD43-216C-43ED-CE9A-57B291AF1587}"/>
                </a:ext>
              </a:extLst>
            </p:cNvPr>
            <p:cNvCxnSpPr>
              <a:cxnSpLocks/>
            </p:cNvCxnSpPr>
            <p:nvPr/>
          </p:nvCxnSpPr>
          <p:spPr>
            <a:xfrm flipV="1">
              <a:off x="5205324" y="2310319"/>
              <a:ext cx="0" cy="18008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04230BA-5ED4-E3ED-E701-6F60EDBDEF4A}"/>
                </a:ext>
              </a:extLst>
            </p:cNvPr>
            <p:cNvSpPr/>
            <p:nvPr/>
          </p:nvSpPr>
          <p:spPr>
            <a:xfrm>
              <a:off x="5169324" y="2245651"/>
              <a:ext cx="72000" cy="72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0BD90787-D616-05A3-8979-3EDAC6CE4227}"/>
                </a:ext>
              </a:extLst>
            </p:cNvPr>
            <p:cNvSpPr/>
            <p:nvPr/>
          </p:nvSpPr>
          <p:spPr>
            <a:xfrm>
              <a:off x="4484951" y="3618014"/>
              <a:ext cx="72000" cy="7200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ED2AD93-9BF1-99BC-5A4A-70E70B11F024}"/>
                    </a:ext>
                  </a:extLst>
                </p:cNvPr>
                <p:cNvSpPr txBox="1"/>
                <p:nvPr/>
              </p:nvSpPr>
              <p:spPr>
                <a:xfrm>
                  <a:off x="2005927" y="3293446"/>
                  <a:ext cx="1689500" cy="6183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𝑝</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5</m:t>
                            </m:r>
                          </m:num>
                          <m:den>
                            <m:r>
                              <a:rPr lang="en-GB" i="1" dirty="0">
                                <a:latin typeface="Cambria Math" panose="02040503050406030204" pitchFamily="18" charset="0"/>
                              </a:rPr>
                              <m:t>100</m:t>
                            </m:r>
                          </m:den>
                        </m:f>
                        <m:r>
                          <a:rPr lang="en-GB" i="1" dirty="0">
                            <a:latin typeface="Cambria Math" panose="02040503050406030204" pitchFamily="18" charset="0"/>
                          </a:rPr>
                          <m:t>=5%</m:t>
                        </m:r>
                      </m:oMath>
                    </m:oMathPara>
                  </a14:m>
                  <a:endParaRPr lang="en-GB" dirty="0"/>
                </a:p>
              </p:txBody>
            </p:sp>
          </mc:Choice>
          <mc:Fallback xmlns="">
            <p:sp>
              <p:nvSpPr>
                <p:cNvPr id="24" name="TextBox 23">
                  <a:extLst>
                    <a:ext uri="{FF2B5EF4-FFF2-40B4-BE49-F238E27FC236}">
                      <a16:creationId xmlns:a16="http://schemas.microsoft.com/office/drawing/2014/main" id="{AED2AD93-9BF1-99BC-5A4A-70E70B11F024}"/>
                    </a:ext>
                  </a:extLst>
                </p:cNvPr>
                <p:cNvSpPr txBox="1">
                  <a:spLocks noRot="1" noChangeAspect="1" noMove="1" noResize="1" noEditPoints="1" noAdjustHandles="1" noChangeArrowheads="1" noChangeShapeType="1" noTextEdit="1"/>
                </p:cNvSpPr>
                <p:nvPr/>
              </p:nvSpPr>
              <p:spPr>
                <a:xfrm>
                  <a:off x="2005927" y="3293446"/>
                  <a:ext cx="1689500" cy="618311"/>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BA1CAE2-21BA-5A16-9D13-17D4FDBF0C9E}"/>
                    </a:ext>
                  </a:extLst>
                </p:cNvPr>
                <p:cNvSpPr txBox="1"/>
                <p:nvPr/>
              </p:nvSpPr>
              <p:spPr>
                <a:xfrm>
                  <a:off x="1204560" y="1940553"/>
                  <a:ext cx="2655086" cy="6183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𝑞</m:t>
                        </m:r>
                        <m:r>
                          <a:rPr lang="en-GB" i="1" dirty="0">
                            <a:latin typeface="Cambria Math" panose="02040503050406030204" pitchFamily="18" charset="0"/>
                          </a:rPr>
                          <m:t>=1−</m:t>
                        </m:r>
                        <m:r>
                          <a:rPr lang="en-GB" i="1" dirty="0">
                            <a:latin typeface="Cambria Math" panose="02040503050406030204" pitchFamily="18" charset="0"/>
                          </a:rPr>
                          <m:t>𝑝</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95</m:t>
                            </m:r>
                          </m:num>
                          <m:den>
                            <m:r>
                              <a:rPr lang="en-GB" i="1" dirty="0">
                                <a:latin typeface="Cambria Math" panose="02040503050406030204" pitchFamily="18" charset="0"/>
                              </a:rPr>
                              <m:t>100</m:t>
                            </m:r>
                          </m:den>
                        </m:f>
                        <m:r>
                          <a:rPr lang="en-GB" i="1" dirty="0">
                            <a:latin typeface="Cambria Math" panose="02040503050406030204" pitchFamily="18" charset="0"/>
                          </a:rPr>
                          <m:t>=95%</m:t>
                        </m:r>
                      </m:oMath>
                    </m:oMathPara>
                  </a14:m>
                  <a:endParaRPr lang="en-GB" dirty="0"/>
                </a:p>
              </p:txBody>
            </p:sp>
          </mc:Choice>
          <mc:Fallback xmlns="">
            <p:sp>
              <p:nvSpPr>
                <p:cNvPr id="25" name="TextBox 24">
                  <a:extLst>
                    <a:ext uri="{FF2B5EF4-FFF2-40B4-BE49-F238E27FC236}">
                      <a16:creationId xmlns:a16="http://schemas.microsoft.com/office/drawing/2014/main" id="{5BA1CAE2-21BA-5A16-9D13-17D4FDBF0C9E}"/>
                    </a:ext>
                  </a:extLst>
                </p:cNvPr>
                <p:cNvSpPr txBox="1">
                  <a:spLocks noRot="1" noChangeAspect="1" noMove="1" noResize="1" noEditPoints="1" noAdjustHandles="1" noChangeArrowheads="1" noChangeShapeType="1" noTextEdit="1"/>
                </p:cNvSpPr>
                <p:nvPr/>
              </p:nvSpPr>
              <p:spPr>
                <a:xfrm>
                  <a:off x="1204560" y="1940553"/>
                  <a:ext cx="2655086" cy="618311"/>
                </a:xfrm>
                <a:prstGeom prst="rect">
                  <a:avLst/>
                </a:prstGeom>
                <a:blipFill>
                  <a:blip r:embed="rId3"/>
                  <a:stretch>
                    <a:fillRect/>
                  </a:stretch>
                </a:blipFill>
              </p:spPr>
              <p:txBody>
                <a:bodyPr/>
                <a:lstStyle/>
                <a:p>
                  <a:r>
                    <a:rPr lang="en-GB">
                      <a:noFill/>
                    </a:rPr>
                    <a:t> </a:t>
                  </a:r>
                </a:p>
              </p:txBody>
            </p:sp>
          </mc:Fallback>
        </mc:AlternateContent>
        <p:sp>
          <p:nvSpPr>
            <p:cNvPr id="26" name="TextBox 25">
              <a:extLst>
                <a:ext uri="{FF2B5EF4-FFF2-40B4-BE49-F238E27FC236}">
                  <a16:creationId xmlns:a16="http://schemas.microsoft.com/office/drawing/2014/main" id="{FCA71CA3-BAD5-839D-1610-9514B32D6C1B}"/>
                </a:ext>
              </a:extLst>
            </p:cNvPr>
            <p:cNvSpPr txBox="1"/>
            <p:nvPr/>
          </p:nvSpPr>
          <p:spPr>
            <a:xfrm>
              <a:off x="6087519" y="3937675"/>
              <a:ext cx="312906" cy="369332"/>
            </a:xfrm>
            <a:prstGeom prst="rect">
              <a:avLst/>
            </a:prstGeom>
            <a:noFill/>
          </p:spPr>
          <p:txBody>
            <a:bodyPr wrap="none" rtlCol="0">
              <a:spAutoFit/>
            </a:bodyPr>
            <a:lstStyle/>
            <a:p>
              <a:r>
                <a:rPr lang="en-GB" dirty="0"/>
                <a:t>X</a:t>
              </a:r>
            </a:p>
          </p:txBody>
        </p:sp>
        <p:sp>
          <p:nvSpPr>
            <p:cNvPr id="27" name="TextBox 26">
              <a:extLst>
                <a:ext uri="{FF2B5EF4-FFF2-40B4-BE49-F238E27FC236}">
                  <a16:creationId xmlns:a16="http://schemas.microsoft.com/office/drawing/2014/main" id="{948C94D1-C443-D0FF-1CC6-FA44DFC7C031}"/>
                </a:ext>
              </a:extLst>
            </p:cNvPr>
            <p:cNvSpPr txBox="1"/>
            <p:nvPr/>
          </p:nvSpPr>
          <p:spPr>
            <a:xfrm>
              <a:off x="3557501" y="4124945"/>
              <a:ext cx="1234249" cy="646331"/>
            </a:xfrm>
            <a:prstGeom prst="rect">
              <a:avLst/>
            </a:prstGeom>
            <a:noFill/>
          </p:spPr>
          <p:txBody>
            <a:bodyPr wrap="none" rtlCol="0">
              <a:spAutoFit/>
            </a:bodyPr>
            <a:lstStyle/>
            <a:p>
              <a:pPr algn="r"/>
              <a:r>
                <a:rPr lang="en-GB" dirty="0"/>
                <a:t>X=1</a:t>
              </a:r>
            </a:p>
            <a:p>
              <a:pPr algn="r"/>
              <a:r>
                <a:rPr lang="en-GB" dirty="0"/>
                <a:t>(defective)</a:t>
              </a:r>
            </a:p>
          </p:txBody>
        </p:sp>
        <p:sp>
          <p:nvSpPr>
            <p:cNvPr id="28" name="TextBox 27">
              <a:extLst>
                <a:ext uri="{FF2B5EF4-FFF2-40B4-BE49-F238E27FC236}">
                  <a16:creationId xmlns:a16="http://schemas.microsoft.com/office/drawing/2014/main" id="{CF001D5A-F074-E290-71E6-6CE4669E69D7}"/>
                </a:ext>
              </a:extLst>
            </p:cNvPr>
            <p:cNvSpPr txBox="1"/>
            <p:nvPr/>
          </p:nvSpPr>
          <p:spPr>
            <a:xfrm>
              <a:off x="4920868" y="4124719"/>
              <a:ext cx="815223" cy="646331"/>
            </a:xfrm>
            <a:prstGeom prst="rect">
              <a:avLst/>
            </a:prstGeom>
            <a:noFill/>
          </p:spPr>
          <p:txBody>
            <a:bodyPr wrap="none" rtlCol="0">
              <a:spAutoFit/>
            </a:bodyPr>
            <a:lstStyle/>
            <a:p>
              <a:r>
                <a:rPr lang="en-GB" dirty="0"/>
                <a:t>X=0</a:t>
              </a:r>
            </a:p>
            <a:p>
              <a:r>
                <a:rPr lang="en-GB" dirty="0"/>
                <a:t>(good)</a:t>
              </a:r>
            </a:p>
          </p:txBody>
        </p:sp>
      </p:grpSp>
      <p:sp>
        <p:nvSpPr>
          <p:cNvPr id="2" name="TextBox 1">
            <a:extLst>
              <a:ext uri="{FF2B5EF4-FFF2-40B4-BE49-F238E27FC236}">
                <a16:creationId xmlns:a16="http://schemas.microsoft.com/office/drawing/2014/main" id="{56D5F7D3-8ECA-3729-ADF2-C8C502A0F995}"/>
              </a:ext>
            </a:extLst>
          </p:cNvPr>
          <p:cNvSpPr txBox="1"/>
          <p:nvPr/>
        </p:nvSpPr>
        <p:spPr>
          <a:xfrm>
            <a:off x="184630" y="499286"/>
            <a:ext cx="1420389" cy="461665"/>
          </a:xfrm>
          <a:prstGeom prst="rect">
            <a:avLst/>
          </a:prstGeom>
          <a:noFill/>
        </p:spPr>
        <p:txBody>
          <a:bodyPr wrap="none" rtlCol="0">
            <a:spAutoFit/>
          </a:bodyPr>
          <a:lstStyle/>
          <a:p>
            <a:r>
              <a:rPr lang="en-US" sz="2400" dirty="0">
                <a:solidFill>
                  <a:srgbClr val="0070C0"/>
                </a:solidFill>
              </a:rPr>
              <a:t>Example:</a:t>
            </a:r>
          </a:p>
        </p:txBody>
      </p:sp>
    </p:spTree>
    <p:extLst>
      <p:ext uri="{BB962C8B-B14F-4D97-AF65-F5344CB8AC3E}">
        <p14:creationId xmlns:p14="http://schemas.microsoft.com/office/powerpoint/2010/main" val="161677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 name="Group 103">
            <a:extLst>
              <a:ext uri="{FF2B5EF4-FFF2-40B4-BE49-F238E27FC236}">
                <a16:creationId xmlns:a16="http://schemas.microsoft.com/office/drawing/2014/main" id="{FAF0D261-F097-089D-F3A8-B8DAC455B335}"/>
              </a:ext>
            </a:extLst>
          </p:cNvPr>
          <p:cNvGrpSpPr/>
          <p:nvPr/>
        </p:nvGrpSpPr>
        <p:grpSpPr>
          <a:xfrm>
            <a:off x="5935673" y="5155816"/>
            <a:ext cx="618696" cy="1271092"/>
            <a:chOff x="4415774" y="5020323"/>
            <a:chExt cx="618696" cy="1271092"/>
          </a:xfrm>
        </p:grpSpPr>
        <p:sp>
          <p:nvSpPr>
            <p:cNvPr id="103" name="Rectangle: Rounded Corners 102">
              <a:extLst>
                <a:ext uri="{FF2B5EF4-FFF2-40B4-BE49-F238E27FC236}">
                  <a16:creationId xmlns:a16="http://schemas.microsoft.com/office/drawing/2014/main" id="{4D944C7A-A249-330A-2A20-6AB0D1EF830D}"/>
                </a:ext>
              </a:extLst>
            </p:cNvPr>
            <p:cNvSpPr/>
            <p:nvPr/>
          </p:nvSpPr>
          <p:spPr>
            <a:xfrm>
              <a:off x="4415774" y="6022194"/>
              <a:ext cx="618696" cy="269221"/>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Rectangle: Rounded Corners 101">
              <a:extLst>
                <a:ext uri="{FF2B5EF4-FFF2-40B4-BE49-F238E27FC236}">
                  <a16:creationId xmlns:a16="http://schemas.microsoft.com/office/drawing/2014/main" id="{F03B2418-B3D1-1748-5F6B-84FDD8C52DDF}"/>
                </a:ext>
              </a:extLst>
            </p:cNvPr>
            <p:cNvSpPr/>
            <p:nvPr/>
          </p:nvSpPr>
          <p:spPr>
            <a:xfrm>
              <a:off x="4415774" y="5701753"/>
              <a:ext cx="618696" cy="269221"/>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Rectangle: Rounded Corners 100">
              <a:extLst>
                <a:ext uri="{FF2B5EF4-FFF2-40B4-BE49-F238E27FC236}">
                  <a16:creationId xmlns:a16="http://schemas.microsoft.com/office/drawing/2014/main" id="{AFACB26E-CF7D-A93D-B5F5-DA96FFAC3FCA}"/>
                </a:ext>
              </a:extLst>
            </p:cNvPr>
            <p:cNvSpPr/>
            <p:nvPr/>
          </p:nvSpPr>
          <p:spPr>
            <a:xfrm>
              <a:off x="4415774" y="5020323"/>
              <a:ext cx="618696" cy="269221"/>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 name="Title 1">
            <a:extLst>
              <a:ext uri="{FF2B5EF4-FFF2-40B4-BE49-F238E27FC236}">
                <a16:creationId xmlns:a16="http://schemas.microsoft.com/office/drawing/2014/main" id="{B2100860-1EE4-A7D5-4002-9D55ABCAD068}"/>
              </a:ext>
            </a:extLst>
          </p:cNvPr>
          <p:cNvSpPr>
            <a:spLocks noGrp="1"/>
          </p:cNvSpPr>
          <p:nvPr>
            <p:ph type="title"/>
          </p:nvPr>
        </p:nvSpPr>
        <p:spPr>
          <a:xfrm>
            <a:off x="1535307" y="2647"/>
            <a:ext cx="7886700" cy="473067"/>
          </a:xfrm>
        </p:spPr>
        <p:txBody>
          <a:bodyPr>
            <a:normAutofit fontScale="90000"/>
          </a:bodyPr>
          <a:lstStyle/>
          <a:p>
            <a:r>
              <a:rPr lang="en-GB" sz="3000" b="1" dirty="0">
                <a:latin typeface="Arial" panose="020B0604020202020204" pitchFamily="34" charset="0"/>
                <a:cs typeface="Arial" panose="020B0604020202020204" pitchFamily="34" charset="0"/>
              </a:rPr>
              <a:t>Binomial Distribution</a:t>
            </a:r>
          </a:p>
        </p:txBody>
      </p:sp>
      <p:sp>
        <p:nvSpPr>
          <p:cNvPr id="7" name="TextBox 6">
            <a:extLst>
              <a:ext uri="{FF2B5EF4-FFF2-40B4-BE49-F238E27FC236}">
                <a16:creationId xmlns:a16="http://schemas.microsoft.com/office/drawing/2014/main" id="{991EBC13-7BE5-18E6-6C01-6AC692F1781C}"/>
              </a:ext>
            </a:extLst>
          </p:cNvPr>
          <p:cNvSpPr txBox="1"/>
          <p:nvPr/>
        </p:nvSpPr>
        <p:spPr>
          <a:xfrm>
            <a:off x="1689684" y="533152"/>
            <a:ext cx="8793759" cy="1323439"/>
          </a:xfrm>
          <a:prstGeom prst="rect">
            <a:avLst/>
          </a:prstGeom>
          <a:noFill/>
        </p:spPr>
        <p:txBody>
          <a:bodyPr wrap="square">
            <a:spAutoFit/>
          </a:bodyPr>
          <a:lstStyle/>
          <a:p>
            <a:pPr algn="just"/>
            <a:r>
              <a:rPr lang="en-GB" sz="2000" dirty="0">
                <a:latin typeface="Arial" panose="020B0604020202020204" pitchFamily="34" charset="0"/>
                <a:cs typeface="Arial" panose="020B0604020202020204" pitchFamily="34" charset="0"/>
              </a:rPr>
              <a:t>Five percent of all smartphones manufactured by a large electronics company are defective. A quality control inspector randomly selects three smartphones from the production line. What is the probability that exactly one of these </a:t>
            </a:r>
            <a:r>
              <a:rPr lang="en-GB" sz="2000">
                <a:latin typeface="Arial" panose="020B0604020202020204" pitchFamily="34" charset="0"/>
                <a:cs typeface="Arial" panose="020B0604020202020204" pitchFamily="34" charset="0"/>
              </a:rPr>
              <a:t>three smartphones </a:t>
            </a:r>
            <a:r>
              <a:rPr lang="en-GB" sz="2000" dirty="0">
                <a:latin typeface="Arial" panose="020B0604020202020204" pitchFamily="34" charset="0"/>
                <a:cs typeface="Arial" panose="020B0604020202020204" pitchFamily="34" charset="0"/>
              </a:rPr>
              <a:t>is defective?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D6B4960-2402-166D-D072-3E27005B9728}"/>
                  </a:ext>
                </a:extLst>
              </p:cNvPr>
              <p:cNvSpPr txBox="1"/>
              <p:nvPr/>
            </p:nvSpPr>
            <p:spPr>
              <a:xfrm>
                <a:off x="1926671" y="2362956"/>
                <a:ext cx="6007350" cy="276999"/>
              </a:xfrm>
              <a:prstGeom prst="rect">
                <a:avLst/>
              </a:prstGeom>
              <a:noFill/>
            </p:spPr>
            <p:txBody>
              <a:bodyPr wrap="none" lIns="0" tIns="0" rIns="0" bIns="0" rtlCol="0">
                <a:spAutoFit/>
              </a:bodyPr>
              <a:lstStyle/>
              <a:p>
                <a14:m>
                  <m:oMath xmlns:m="http://schemas.openxmlformats.org/officeDocument/2006/math">
                    <m:r>
                      <a:rPr lang="en-GB" i="1">
                        <a:latin typeface="Cambria Math" panose="02040503050406030204" pitchFamily="18" charset="0"/>
                      </a:rPr>
                      <m:t>𝑝</m:t>
                    </m:r>
                    <m:r>
                      <a:rPr lang="en-GB" i="1">
                        <a:latin typeface="Cambria Math" panose="02040503050406030204" pitchFamily="18" charset="0"/>
                      </a:rPr>
                      <m:t>=5%=0.05≡</m:t>
                    </m:r>
                  </m:oMath>
                </a14:m>
                <a:r>
                  <a:rPr lang="en-GB" dirty="0"/>
                  <a:t> probability of selecting a defective phone</a:t>
                </a:r>
              </a:p>
            </p:txBody>
          </p:sp>
        </mc:Choice>
        <mc:Fallback xmlns="">
          <p:sp>
            <p:nvSpPr>
              <p:cNvPr id="2" name="TextBox 1">
                <a:extLst>
                  <a:ext uri="{FF2B5EF4-FFF2-40B4-BE49-F238E27FC236}">
                    <a16:creationId xmlns:a16="http://schemas.microsoft.com/office/drawing/2014/main" id="{5D6B4960-2402-166D-D072-3E27005B9728}"/>
                  </a:ext>
                </a:extLst>
              </p:cNvPr>
              <p:cNvSpPr txBox="1">
                <a:spLocks noRot="1" noChangeAspect="1" noMove="1" noResize="1" noEditPoints="1" noAdjustHandles="1" noChangeArrowheads="1" noChangeShapeType="1" noTextEdit="1"/>
              </p:cNvSpPr>
              <p:nvPr/>
            </p:nvSpPr>
            <p:spPr>
              <a:xfrm>
                <a:off x="1926671" y="2362956"/>
                <a:ext cx="6007350" cy="276999"/>
              </a:xfrm>
              <a:prstGeom prst="rect">
                <a:avLst/>
              </a:prstGeom>
              <a:blipFill>
                <a:blip r:embed="rId2"/>
                <a:stretch>
                  <a:fillRect l="-1477" t="-27273" b="-5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D29531E-7DCC-3B0A-164C-A71C99F911DA}"/>
                  </a:ext>
                </a:extLst>
              </p:cNvPr>
              <p:cNvSpPr txBox="1"/>
              <p:nvPr/>
            </p:nvSpPr>
            <p:spPr>
              <a:xfrm>
                <a:off x="1926671" y="2807735"/>
                <a:ext cx="5556586" cy="276999"/>
              </a:xfrm>
              <a:prstGeom prst="rect">
                <a:avLst/>
              </a:prstGeom>
              <a:noFill/>
            </p:spPr>
            <p:txBody>
              <a:bodyPr wrap="none" lIns="0" tIns="0" rIns="0" bIns="0" rtlCol="0">
                <a:spAutoFit/>
              </a:bodyPr>
              <a:lstStyle/>
              <a:p>
                <a14:m>
                  <m:oMath xmlns:m="http://schemas.openxmlformats.org/officeDocument/2006/math">
                    <m:r>
                      <a:rPr lang="en-GB" i="1">
                        <a:latin typeface="Cambria Math" panose="02040503050406030204" pitchFamily="18" charset="0"/>
                      </a:rPr>
                      <m:t>𝑞</m:t>
                    </m:r>
                    <m:r>
                      <a:rPr lang="en-GB" i="1">
                        <a:latin typeface="Cambria Math" panose="02040503050406030204" pitchFamily="18" charset="0"/>
                      </a:rPr>
                      <m:t>=95%=0.95≡</m:t>
                    </m:r>
                  </m:oMath>
                </a14:m>
                <a:r>
                  <a:rPr lang="en-GB" dirty="0"/>
                  <a:t> probability of selecting a good phone</a:t>
                </a:r>
              </a:p>
            </p:txBody>
          </p:sp>
        </mc:Choice>
        <mc:Fallback xmlns="">
          <p:sp>
            <p:nvSpPr>
              <p:cNvPr id="3" name="TextBox 2">
                <a:extLst>
                  <a:ext uri="{FF2B5EF4-FFF2-40B4-BE49-F238E27FC236}">
                    <a16:creationId xmlns:a16="http://schemas.microsoft.com/office/drawing/2014/main" id="{7D29531E-7DCC-3B0A-164C-A71C99F911DA}"/>
                  </a:ext>
                </a:extLst>
              </p:cNvPr>
              <p:cNvSpPr txBox="1">
                <a:spLocks noRot="1" noChangeAspect="1" noMove="1" noResize="1" noEditPoints="1" noAdjustHandles="1" noChangeArrowheads="1" noChangeShapeType="1" noTextEdit="1"/>
              </p:cNvSpPr>
              <p:nvPr/>
            </p:nvSpPr>
            <p:spPr>
              <a:xfrm>
                <a:off x="1926671" y="2807735"/>
                <a:ext cx="5556586" cy="276999"/>
              </a:xfrm>
              <a:prstGeom prst="rect">
                <a:avLst/>
              </a:prstGeom>
              <a:blipFill>
                <a:blip r:embed="rId3"/>
                <a:stretch>
                  <a:fillRect l="-1595" t="-27273" r="-1595" b="-54545"/>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672B94F7-9968-E1B1-063C-B8B0EFCC4B3D}"/>
              </a:ext>
            </a:extLst>
          </p:cNvPr>
          <p:cNvGrpSpPr/>
          <p:nvPr/>
        </p:nvGrpSpPr>
        <p:grpSpPr>
          <a:xfrm>
            <a:off x="7991271" y="2362955"/>
            <a:ext cx="2595983" cy="721778"/>
            <a:chOff x="6651828" y="2134712"/>
            <a:chExt cx="2595983" cy="721778"/>
          </a:xfrm>
        </p:grpSpPr>
        <p:sp>
          <p:nvSpPr>
            <p:cNvPr id="4" name="Right Brace 3">
              <a:extLst>
                <a:ext uri="{FF2B5EF4-FFF2-40B4-BE49-F238E27FC236}">
                  <a16:creationId xmlns:a16="http://schemas.microsoft.com/office/drawing/2014/main" id="{3A2B0D66-BEA0-C779-0E5F-B4143B90E57C}"/>
                </a:ext>
              </a:extLst>
            </p:cNvPr>
            <p:cNvSpPr/>
            <p:nvPr/>
          </p:nvSpPr>
          <p:spPr>
            <a:xfrm>
              <a:off x="6651828" y="2134712"/>
              <a:ext cx="269089" cy="721778"/>
            </a:xfrm>
            <a:prstGeom prst="rightBrace">
              <a:avLst>
                <a:gd name="adj1" fmla="val 33273"/>
                <a:gd name="adj2"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rgbClr val="FF0000"/>
                </a:solidFill>
              </a:endParaRPr>
            </a:p>
          </p:txBody>
        </p:sp>
        <p:sp>
          <p:nvSpPr>
            <p:cNvPr id="5" name="TextBox 4">
              <a:extLst>
                <a:ext uri="{FF2B5EF4-FFF2-40B4-BE49-F238E27FC236}">
                  <a16:creationId xmlns:a16="http://schemas.microsoft.com/office/drawing/2014/main" id="{D2960768-1D5A-95F3-5A2D-11CCBE15CFBA}"/>
                </a:ext>
              </a:extLst>
            </p:cNvPr>
            <p:cNvSpPr txBox="1"/>
            <p:nvPr/>
          </p:nvSpPr>
          <p:spPr>
            <a:xfrm>
              <a:off x="6951733" y="2323449"/>
              <a:ext cx="2296078" cy="369332"/>
            </a:xfrm>
            <a:prstGeom prst="rect">
              <a:avLst/>
            </a:prstGeom>
            <a:noFill/>
          </p:spPr>
          <p:txBody>
            <a:bodyPr wrap="none" rtlCol="0">
              <a:spAutoFit/>
            </a:bodyPr>
            <a:lstStyle/>
            <a:p>
              <a:r>
                <a:rPr lang="en-GB" dirty="0">
                  <a:solidFill>
                    <a:srgbClr val="FF0000"/>
                  </a:solidFill>
                </a:rPr>
                <a:t>Bernoulli Distribution</a:t>
              </a:r>
            </a:p>
          </p:txBody>
        </p:sp>
      </p:grpSp>
      <p:grpSp>
        <p:nvGrpSpPr>
          <p:cNvPr id="88" name="Group 87">
            <a:extLst>
              <a:ext uri="{FF2B5EF4-FFF2-40B4-BE49-F238E27FC236}">
                <a16:creationId xmlns:a16="http://schemas.microsoft.com/office/drawing/2014/main" id="{1D565B06-BA36-D608-F508-7FBA46160E1E}"/>
              </a:ext>
            </a:extLst>
          </p:cNvPr>
          <p:cNvGrpSpPr/>
          <p:nvPr/>
        </p:nvGrpSpPr>
        <p:grpSpPr>
          <a:xfrm>
            <a:off x="2106765" y="3229620"/>
            <a:ext cx="1303721" cy="2907376"/>
            <a:chOff x="586865" y="3094127"/>
            <a:chExt cx="1303721" cy="2907376"/>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9F989B4-F82F-E97F-EF8C-BE9A2737E895}"/>
                    </a:ext>
                  </a:extLst>
                </p:cNvPr>
                <p:cNvSpPr txBox="1"/>
                <p:nvPr/>
              </p:nvSpPr>
              <p:spPr>
                <a:xfrm>
                  <a:off x="816972" y="4650991"/>
                  <a:ext cx="3686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panose="02040503050406030204" pitchFamily="18" charset="0"/>
                          </a:rPr>
                          <m:t>𝑝</m:t>
                        </m:r>
                      </m:oMath>
                    </m:oMathPara>
                  </a14:m>
                  <a:endParaRPr lang="en-GB" dirty="0">
                    <a:solidFill>
                      <a:srgbClr val="FF0000"/>
                    </a:solidFill>
                  </a:endParaRPr>
                </a:p>
              </p:txBody>
            </p:sp>
          </mc:Choice>
          <mc:Fallback xmlns="">
            <p:sp>
              <p:nvSpPr>
                <p:cNvPr id="15" name="TextBox 14">
                  <a:extLst>
                    <a:ext uri="{FF2B5EF4-FFF2-40B4-BE49-F238E27FC236}">
                      <a16:creationId xmlns:a16="http://schemas.microsoft.com/office/drawing/2014/main" id="{49F989B4-F82F-E97F-EF8C-BE9A2737E895}"/>
                    </a:ext>
                  </a:extLst>
                </p:cNvPr>
                <p:cNvSpPr txBox="1">
                  <a:spLocks noRot="1" noChangeAspect="1" noMove="1" noResize="1" noEditPoints="1" noAdjustHandles="1" noChangeArrowheads="1" noChangeShapeType="1" noTextEdit="1"/>
                </p:cNvSpPr>
                <p:nvPr/>
              </p:nvSpPr>
              <p:spPr>
                <a:xfrm>
                  <a:off x="816972" y="4650991"/>
                  <a:ext cx="368627" cy="369332"/>
                </a:xfrm>
                <a:prstGeom prst="rect">
                  <a:avLst/>
                </a:prstGeom>
                <a:blipFill>
                  <a:blip r:embed="rId4"/>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61D3D9B-0F50-7975-114B-41FB1D21C2DA}"/>
                    </a:ext>
                  </a:extLst>
                </p:cNvPr>
                <p:cNvSpPr txBox="1"/>
                <p:nvPr/>
              </p:nvSpPr>
              <p:spPr>
                <a:xfrm>
                  <a:off x="790763" y="5567194"/>
                  <a:ext cx="3695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0000FF"/>
                            </a:solidFill>
                            <a:latin typeface="Cambria Math" panose="02040503050406030204" pitchFamily="18" charset="0"/>
                          </a:rPr>
                          <m:t>𝑞</m:t>
                        </m:r>
                      </m:oMath>
                    </m:oMathPara>
                  </a14:m>
                  <a:endParaRPr lang="en-GB" dirty="0">
                    <a:solidFill>
                      <a:srgbClr val="0000FF"/>
                    </a:solidFill>
                  </a:endParaRPr>
                </a:p>
              </p:txBody>
            </p:sp>
          </mc:Choice>
          <mc:Fallback xmlns="">
            <p:sp>
              <p:nvSpPr>
                <p:cNvPr id="16" name="TextBox 15">
                  <a:extLst>
                    <a:ext uri="{FF2B5EF4-FFF2-40B4-BE49-F238E27FC236}">
                      <a16:creationId xmlns:a16="http://schemas.microsoft.com/office/drawing/2014/main" id="{661D3D9B-0F50-7975-114B-41FB1D21C2DA}"/>
                    </a:ext>
                  </a:extLst>
                </p:cNvPr>
                <p:cNvSpPr txBox="1">
                  <a:spLocks noRot="1" noChangeAspect="1" noMove="1" noResize="1" noEditPoints="1" noAdjustHandles="1" noChangeArrowheads="1" noChangeShapeType="1" noTextEdit="1"/>
                </p:cNvSpPr>
                <p:nvPr/>
              </p:nvSpPr>
              <p:spPr>
                <a:xfrm>
                  <a:off x="790763" y="5567194"/>
                  <a:ext cx="369588" cy="369332"/>
                </a:xfrm>
                <a:prstGeom prst="rect">
                  <a:avLst/>
                </a:prstGeom>
                <a:blipFill>
                  <a:blip r:embed="rId5"/>
                  <a:stretch>
                    <a:fillRect b="-6557"/>
                  </a:stretch>
                </a:blipFill>
              </p:spPr>
              <p:txBody>
                <a:bodyPr/>
                <a:lstStyle/>
                <a:p>
                  <a:r>
                    <a:rPr lang="en-GB">
                      <a:noFill/>
                    </a:rPr>
                    <a:t> </a:t>
                  </a:r>
                </a:p>
              </p:txBody>
            </p:sp>
          </mc:Fallback>
        </mc:AlternateContent>
        <p:sp>
          <p:nvSpPr>
            <p:cNvPr id="29" name="TextBox 28">
              <a:extLst>
                <a:ext uri="{FF2B5EF4-FFF2-40B4-BE49-F238E27FC236}">
                  <a16:creationId xmlns:a16="http://schemas.microsoft.com/office/drawing/2014/main" id="{585EA0A1-2D37-6CC1-28AF-52210E175C8B}"/>
                </a:ext>
              </a:extLst>
            </p:cNvPr>
            <p:cNvSpPr txBox="1"/>
            <p:nvPr/>
          </p:nvSpPr>
          <p:spPr>
            <a:xfrm>
              <a:off x="632807" y="3094127"/>
              <a:ext cx="753732" cy="584775"/>
            </a:xfrm>
            <a:prstGeom prst="rect">
              <a:avLst/>
            </a:prstGeom>
            <a:noFill/>
          </p:spPr>
          <p:txBody>
            <a:bodyPr wrap="none" rtlCol="0">
              <a:spAutoFit/>
            </a:bodyPr>
            <a:lstStyle/>
            <a:p>
              <a:pPr algn="ctr"/>
              <a:r>
                <a:rPr lang="en-GB" sz="1600" dirty="0">
                  <a:latin typeface="Arial" panose="020B0604020202020204" pitchFamily="34" charset="0"/>
                  <a:cs typeface="Arial" panose="020B0604020202020204" pitchFamily="34" charset="0"/>
                </a:rPr>
                <a:t>First</a:t>
              </a:r>
            </a:p>
            <a:p>
              <a:pPr algn="ctr"/>
              <a:r>
                <a:rPr lang="en-GB" sz="1600" dirty="0">
                  <a:latin typeface="Arial" panose="020B0604020202020204" pitchFamily="34" charset="0"/>
                  <a:cs typeface="Arial" panose="020B0604020202020204" pitchFamily="34" charset="0"/>
                </a:rPr>
                <a:t>phone</a:t>
              </a:r>
            </a:p>
          </p:txBody>
        </p:sp>
        <p:cxnSp>
          <p:nvCxnSpPr>
            <p:cNvPr id="11" name="Straight Arrow Connector 10">
              <a:extLst>
                <a:ext uri="{FF2B5EF4-FFF2-40B4-BE49-F238E27FC236}">
                  <a16:creationId xmlns:a16="http://schemas.microsoft.com/office/drawing/2014/main" id="{D309DE21-03A1-C888-856C-1169B0F34FBD}"/>
                </a:ext>
              </a:extLst>
            </p:cNvPr>
            <p:cNvCxnSpPr>
              <a:cxnSpLocks/>
            </p:cNvCxnSpPr>
            <p:nvPr/>
          </p:nvCxnSpPr>
          <p:spPr>
            <a:xfrm flipV="1">
              <a:off x="586865" y="4622729"/>
              <a:ext cx="1303721" cy="7241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73E64EC-C7E7-EE27-E2D7-A24CF8A80FC7}"/>
                </a:ext>
              </a:extLst>
            </p:cNvPr>
            <p:cNvCxnSpPr>
              <a:cxnSpLocks/>
            </p:cNvCxnSpPr>
            <p:nvPr/>
          </p:nvCxnSpPr>
          <p:spPr>
            <a:xfrm>
              <a:off x="586865" y="5349394"/>
              <a:ext cx="1303721" cy="652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0C87D95B-A86B-3720-0E3F-CCF0D3978D65}"/>
              </a:ext>
            </a:extLst>
          </p:cNvPr>
          <p:cNvGrpSpPr/>
          <p:nvPr/>
        </p:nvGrpSpPr>
        <p:grpSpPr>
          <a:xfrm>
            <a:off x="3394286" y="3229621"/>
            <a:ext cx="1292875" cy="3610873"/>
            <a:chOff x="1874386" y="3094127"/>
            <a:chExt cx="1292875" cy="3610873"/>
          </a:xfrm>
        </p:grpSpPr>
        <p:cxnSp>
          <p:nvCxnSpPr>
            <p:cNvPr id="18" name="Straight Connector 17">
              <a:extLst>
                <a:ext uri="{FF2B5EF4-FFF2-40B4-BE49-F238E27FC236}">
                  <a16:creationId xmlns:a16="http://schemas.microsoft.com/office/drawing/2014/main" id="{62929E5F-2A5B-2393-0EC0-8B88860294E8}"/>
                </a:ext>
              </a:extLst>
            </p:cNvPr>
            <p:cNvCxnSpPr>
              <a:cxnSpLocks/>
            </p:cNvCxnSpPr>
            <p:nvPr/>
          </p:nvCxnSpPr>
          <p:spPr>
            <a:xfrm>
              <a:off x="1874386" y="3429000"/>
              <a:ext cx="0" cy="3276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842CB19-9427-1C4F-2447-7332100F69E0}"/>
                </a:ext>
              </a:extLst>
            </p:cNvPr>
            <p:cNvCxnSpPr>
              <a:cxnSpLocks/>
            </p:cNvCxnSpPr>
            <p:nvPr/>
          </p:nvCxnSpPr>
          <p:spPr>
            <a:xfrm>
              <a:off x="1890586" y="4625293"/>
              <a:ext cx="1276675" cy="332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4865CC3-0399-40DA-F0C5-5D4B6BDD5236}"/>
                </a:ext>
              </a:extLst>
            </p:cNvPr>
            <p:cNvCxnSpPr>
              <a:cxnSpLocks/>
            </p:cNvCxnSpPr>
            <p:nvPr/>
          </p:nvCxnSpPr>
          <p:spPr>
            <a:xfrm flipV="1">
              <a:off x="1890586" y="4289943"/>
              <a:ext cx="1276675" cy="332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AA52ECE7-F5EE-8E39-F3FA-B7B24DA07181}"/>
                </a:ext>
              </a:extLst>
            </p:cNvPr>
            <p:cNvCxnSpPr>
              <a:cxnSpLocks/>
            </p:cNvCxnSpPr>
            <p:nvPr/>
          </p:nvCxnSpPr>
          <p:spPr>
            <a:xfrm>
              <a:off x="1890586" y="6004068"/>
              <a:ext cx="1276675" cy="332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90B5D507-7813-2694-DF48-969308332B36}"/>
                </a:ext>
              </a:extLst>
            </p:cNvPr>
            <p:cNvCxnSpPr>
              <a:cxnSpLocks/>
            </p:cNvCxnSpPr>
            <p:nvPr/>
          </p:nvCxnSpPr>
          <p:spPr>
            <a:xfrm flipV="1">
              <a:off x="1890586" y="5668718"/>
              <a:ext cx="1276675" cy="332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2F7A9D2-2E2E-3DCE-83E6-2D70DEA072D2}"/>
                </a:ext>
              </a:extLst>
            </p:cNvPr>
            <p:cNvCxnSpPr>
              <a:cxnSpLocks/>
            </p:cNvCxnSpPr>
            <p:nvPr/>
          </p:nvCxnSpPr>
          <p:spPr>
            <a:xfrm>
              <a:off x="3146681" y="3429000"/>
              <a:ext cx="0" cy="3276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05BFA704-95EE-0F73-10CB-8F5140E07583}"/>
                </a:ext>
              </a:extLst>
            </p:cNvPr>
            <p:cNvSpPr txBox="1"/>
            <p:nvPr/>
          </p:nvSpPr>
          <p:spPr>
            <a:xfrm>
              <a:off x="2113261" y="3094127"/>
              <a:ext cx="878766" cy="584775"/>
            </a:xfrm>
            <a:prstGeom prst="rect">
              <a:avLst/>
            </a:prstGeom>
            <a:noFill/>
          </p:spPr>
          <p:txBody>
            <a:bodyPr wrap="none" rtlCol="0">
              <a:spAutoFit/>
            </a:bodyPr>
            <a:lstStyle/>
            <a:p>
              <a:pPr algn="ctr"/>
              <a:r>
                <a:rPr lang="en-GB" sz="1600" dirty="0">
                  <a:latin typeface="Arial" panose="020B0604020202020204" pitchFamily="34" charset="0"/>
                  <a:cs typeface="Arial" panose="020B0604020202020204" pitchFamily="34" charset="0"/>
                </a:rPr>
                <a:t>Second</a:t>
              </a:r>
            </a:p>
            <a:p>
              <a:pPr algn="ctr"/>
              <a:r>
                <a:rPr lang="en-GB" sz="1600" dirty="0">
                  <a:latin typeface="Arial" panose="020B0604020202020204" pitchFamily="34" charset="0"/>
                  <a:cs typeface="Arial" panose="020B0604020202020204" pitchFamily="34" charset="0"/>
                </a:rPr>
                <a:t>phone</a:t>
              </a: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603ABD68-2AE9-3C97-D51A-A36399B533BC}"/>
                    </a:ext>
                  </a:extLst>
                </p:cNvPr>
                <p:cNvSpPr txBox="1"/>
                <p:nvPr/>
              </p:nvSpPr>
              <p:spPr>
                <a:xfrm>
                  <a:off x="2477174" y="4072480"/>
                  <a:ext cx="3686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panose="02040503050406030204" pitchFamily="18" charset="0"/>
                          </a:rPr>
                          <m:t>𝑝</m:t>
                        </m:r>
                      </m:oMath>
                    </m:oMathPara>
                  </a14:m>
                  <a:endParaRPr lang="en-GB" dirty="0">
                    <a:solidFill>
                      <a:srgbClr val="FF0000"/>
                    </a:solidFill>
                  </a:endParaRPr>
                </a:p>
              </p:txBody>
            </p:sp>
          </mc:Choice>
          <mc:Fallback xmlns="">
            <p:sp>
              <p:nvSpPr>
                <p:cNvPr id="76" name="TextBox 75">
                  <a:extLst>
                    <a:ext uri="{FF2B5EF4-FFF2-40B4-BE49-F238E27FC236}">
                      <a16:creationId xmlns:a16="http://schemas.microsoft.com/office/drawing/2014/main" id="{603ABD68-2AE9-3C97-D51A-A36399B533BC}"/>
                    </a:ext>
                  </a:extLst>
                </p:cNvPr>
                <p:cNvSpPr txBox="1">
                  <a:spLocks noRot="1" noChangeAspect="1" noMove="1" noResize="1" noEditPoints="1" noAdjustHandles="1" noChangeArrowheads="1" noChangeShapeType="1" noTextEdit="1"/>
                </p:cNvSpPr>
                <p:nvPr/>
              </p:nvSpPr>
              <p:spPr>
                <a:xfrm>
                  <a:off x="2477174" y="4072480"/>
                  <a:ext cx="368627" cy="369332"/>
                </a:xfrm>
                <a:prstGeom prst="rect">
                  <a:avLst/>
                </a:prstGeom>
                <a:blipFill>
                  <a:blip r:embed="rId6"/>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01BC6958-18C3-1008-5DDC-86680D7CAAAF}"/>
                    </a:ext>
                  </a:extLst>
                </p:cNvPr>
                <p:cNvSpPr txBox="1"/>
                <p:nvPr/>
              </p:nvSpPr>
              <p:spPr>
                <a:xfrm>
                  <a:off x="2404108" y="4729745"/>
                  <a:ext cx="3695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0000FF"/>
                            </a:solidFill>
                            <a:latin typeface="Cambria Math" panose="02040503050406030204" pitchFamily="18" charset="0"/>
                          </a:rPr>
                          <m:t>𝑞</m:t>
                        </m:r>
                      </m:oMath>
                    </m:oMathPara>
                  </a14:m>
                  <a:endParaRPr lang="en-GB" dirty="0">
                    <a:solidFill>
                      <a:srgbClr val="0000FF"/>
                    </a:solidFill>
                  </a:endParaRPr>
                </a:p>
              </p:txBody>
            </p:sp>
          </mc:Choice>
          <mc:Fallback xmlns="">
            <p:sp>
              <p:nvSpPr>
                <p:cNvPr id="77" name="TextBox 76">
                  <a:extLst>
                    <a:ext uri="{FF2B5EF4-FFF2-40B4-BE49-F238E27FC236}">
                      <a16:creationId xmlns:a16="http://schemas.microsoft.com/office/drawing/2014/main" id="{01BC6958-18C3-1008-5DDC-86680D7CAAAF}"/>
                    </a:ext>
                  </a:extLst>
                </p:cNvPr>
                <p:cNvSpPr txBox="1">
                  <a:spLocks noRot="1" noChangeAspect="1" noMove="1" noResize="1" noEditPoints="1" noAdjustHandles="1" noChangeArrowheads="1" noChangeShapeType="1" noTextEdit="1"/>
                </p:cNvSpPr>
                <p:nvPr/>
              </p:nvSpPr>
              <p:spPr>
                <a:xfrm>
                  <a:off x="2404108" y="4729745"/>
                  <a:ext cx="369588" cy="369332"/>
                </a:xfrm>
                <a:prstGeom prst="rect">
                  <a:avLst/>
                </a:prstGeom>
                <a:blipFill>
                  <a:blip r:embed="rId7"/>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7CFF1EA9-2E30-C061-2E7A-F1DF9199F3CC}"/>
                    </a:ext>
                  </a:extLst>
                </p:cNvPr>
                <p:cNvSpPr txBox="1"/>
                <p:nvPr/>
              </p:nvSpPr>
              <p:spPr>
                <a:xfrm>
                  <a:off x="2407002" y="5480702"/>
                  <a:ext cx="3686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panose="02040503050406030204" pitchFamily="18" charset="0"/>
                          </a:rPr>
                          <m:t>𝑝</m:t>
                        </m:r>
                      </m:oMath>
                    </m:oMathPara>
                  </a14:m>
                  <a:endParaRPr lang="en-GB" dirty="0">
                    <a:solidFill>
                      <a:srgbClr val="FF0000"/>
                    </a:solidFill>
                  </a:endParaRPr>
                </a:p>
              </p:txBody>
            </p:sp>
          </mc:Choice>
          <mc:Fallback xmlns="">
            <p:sp>
              <p:nvSpPr>
                <p:cNvPr id="78" name="TextBox 77">
                  <a:extLst>
                    <a:ext uri="{FF2B5EF4-FFF2-40B4-BE49-F238E27FC236}">
                      <a16:creationId xmlns:a16="http://schemas.microsoft.com/office/drawing/2014/main" id="{7CFF1EA9-2E30-C061-2E7A-F1DF9199F3CC}"/>
                    </a:ext>
                  </a:extLst>
                </p:cNvPr>
                <p:cNvSpPr txBox="1">
                  <a:spLocks noRot="1" noChangeAspect="1" noMove="1" noResize="1" noEditPoints="1" noAdjustHandles="1" noChangeArrowheads="1" noChangeShapeType="1" noTextEdit="1"/>
                </p:cNvSpPr>
                <p:nvPr/>
              </p:nvSpPr>
              <p:spPr>
                <a:xfrm>
                  <a:off x="2407002" y="5480702"/>
                  <a:ext cx="368627" cy="369332"/>
                </a:xfrm>
                <a:prstGeom prst="rect">
                  <a:avLst/>
                </a:prstGeom>
                <a:blipFill>
                  <a:blip r:embed="rId8"/>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C5BF04BA-24FB-63EA-686C-2EED733C974A}"/>
                    </a:ext>
                  </a:extLst>
                </p:cNvPr>
                <p:cNvSpPr txBox="1"/>
                <p:nvPr/>
              </p:nvSpPr>
              <p:spPr>
                <a:xfrm>
                  <a:off x="2333936" y="6137967"/>
                  <a:ext cx="3695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0000FF"/>
                            </a:solidFill>
                            <a:latin typeface="Cambria Math" panose="02040503050406030204" pitchFamily="18" charset="0"/>
                          </a:rPr>
                          <m:t>𝑞</m:t>
                        </m:r>
                      </m:oMath>
                    </m:oMathPara>
                  </a14:m>
                  <a:endParaRPr lang="en-GB" dirty="0">
                    <a:solidFill>
                      <a:srgbClr val="0000FF"/>
                    </a:solidFill>
                  </a:endParaRPr>
                </a:p>
              </p:txBody>
            </p:sp>
          </mc:Choice>
          <mc:Fallback xmlns="">
            <p:sp>
              <p:nvSpPr>
                <p:cNvPr id="79" name="TextBox 78">
                  <a:extLst>
                    <a:ext uri="{FF2B5EF4-FFF2-40B4-BE49-F238E27FC236}">
                      <a16:creationId xmlns:a16="http://schemas.microsoft.com/office/drawing/2014/main" id="{C5BF04BA-24FB-63EA-686C-2EED733C974A}"/>
                    </a:ext>
                  </a:extLst>
                </p:cNvPr>
                <p:cNvSpPr txBox="1">
                  <a:spLocks noRot="1" noChangeAspect="1" noMove="1" noResize="1" noEditPoints="1" noAdjustHandles="1" noChangeArrowheads="1" noChangeShapeType="1" noTextEdit="1"/>
                </p:cNvSpPr>
                <p:nvPr/>
              </p:nvSpPr>
              <p:spPr>
                <a:xfrm>
                  <a:off x="2333936" y="6137967"/>
                  <a:ext cx="369588" cy="369332"/>
                </a:xfrm>
                <a:prstGeom prst="rect">
                  <a:avLst/>
                </a:prstGeom>
                <a:blipFill>
                  <a:blip r:embed="rId9"/>
                  <a:stretch>
                    <a:fillRect b="-6557"/>
                  </a:stretch>
                </a:blipFill>
              </p:spPr>
              <p:txBody>
                <a:bodyPr/>
                <a:lstStyle/>
                <a:p>
                  <a:r>
                    <a:rPr lang="en-GB">
                      <a:noFill/>
                    </a:rPr>
                    <a:t> </a:t>
                  </a:r>
                </a:p>
              </p:txBody>
            </p:sp>
          </mc:Fallback>
        </mc:AlternateContent>
      </p:grpSp>
      <p:grpSp>
        <p:nvGrpSpPr>
          <p:cNvPr id="90" name="Group 89">
            <a:extLst>
              <a:ext uri="{FF2B5EF4-FFF2-40B4-BE49-F238E27FC236}">
                <a16:creationId xmlns:a16="http://schemas.microsoft.com/office/drawing/2014/main" id="{A26705C8-F4B7-471A-52AC-3430BFE6E9C7}"/>
              </a:ext>
            </a:extLst>
          </p:cNvPr>
          <p:cNvGrpSpPr/>
          <p:nvPr/>
        </p:nvGrpSpPr>
        <p:grpSpPr>
          <a:xfrm>
            <a:off x="4680068" y="3229620"/>
            <a:ext cx="1290425" cy="3625284"/>
            <a:chOff x="3160169" y="3094127"/>
            <a:chExt cx="1290425" cy="3625284"/>
          </a:xfrm>
        </p:grpSpPr>
        <p:grpSp>
          <p:nvGrpSpPr>
            <p:cNvPr id="40" name="Group 39">
              <a:extLst>
                <a:ext uri="{FF2B5EF4-FFF2-40B4-BE49-F238E27FC236}">
                  <a16:creationId xmlns:a16="http://schemas.microsoft.com/office/drawing/2014/main" id="{39F84802-0CD0-1C0F-A774-43E7FE252654}"/>
                </a:ext>
              </a:extLst>
            </p:cNvPr>
            <p:cNvGrpSpPr/>
            <p:nvPr/>
          </p:nvGrpSpPr>
          <p:grpSpPr>
            <a:xfrm>
              <a:off x="3160169" y="4101927"/>
              <a:ext cx="1286879" cy="376646"/>
              <a:chOff x="3479812" y="3555432"/>
              <a:chExt cx="864066" cy="312295"/>
            </a:xfrm>
          </p:grpSpPr>
          <p:cxnSp>
            <p:nvCxnSpPr>
              <p:cNvPr id="31" name="Straight Arrow Connector 30">
                <a:extLst>
                  <a:ext uri="{FF2B5EF4-FFF2-40B4-BE49-F238E27FC236}">
                    <a16:creationId xmlns:a16="http://schemas.microsoft.com/office/drawing/2014/main" id="{5D8CD98B-D3A7-A13A-8747-6CEBA878775C}"/>
                  </a:ext>
                </a:extLst>
              </p:cNvPr>
              <p:cNvCxnSpPr>
                <a:cxnSpLocks/>
              </p:cNvCxnSpPr>
              <p:nvPr/>
            </p:nvCxnSpPr>
            <p:spPr>
              <a:xfrm>
                <a:off x="3479812" y="3712350"/>
                <a:ext cx="864066" cy="155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F4044A3-4113-BE33-A2EA-176A50A2C3A8}"/>
                  </a:ext>
                </a:extLst>
              </p:cNvPr>
              <p:cNvCxnSpPr>
                <a:cxnSpLocks/>
              </p:cNvCxnSpPr>
              <p:nvPr/>
            </p:nvCxnSpPr>
            <p:spPr>
              <a:xfrm flipV="1">
                <a:off x="3479812" y="3555432"/>
                <a:ext cx="864066" cy="155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00F2B589-26E2-34FF-606B-98044FA7295C}"/>
                </a:ext>
              </a:extLst>
            </p:cNvPr>
            <p:cNvGrpSpPr/>
            <p:nvPr/>
          </p:nvGrpSpPr>
          <p:grpSpPr>
            <a:xfrm>
              <a:off x="3163715" y="4767813"/>
              <a:ext cx="1286879" cy="376646"/>
              <a:chOff x="3479812" y="3555432"/>
              <a:chExt cx="864066" cy="312295"/>
            </a:xfrm>
          </p:grpSpPr>
          <p:cxnSp>
            <p:nvCxnSpPr>
              <p:cNvPr id="42" name="Straight Arrow Connector 41">
                <a:extLst>
                  <a:ext uri="{FF2B5EF4-FFF2-40B4-BE49-F238E27FC236}">
                    <a16:creationId xmlns:a16="http://schemas.microsoft.com/office/drawing/2014/main" id="{64EF6DBF-4906-C21E-7581-86901BFE0796}"/>
                  </a:ext>
                </a:extLst>
              </p:cNvPr>
              <p:cNvCxnSpPr>
                <a:cxnSpLocks/>
              </p:cNvCxnSpPr>
              <p:nvPr/>
            </p:nvCxnSpPr>
            <p:spPr>
              <a:xfrm>
                <a:off x="3479812" y="3712350"/>
                <a:ext cx="864066" cy="155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AC5C05D-3F57-FDF4-E870-EC54189152C2}"/>
                  </a:ext>
                </a:extLst>
              </p:cNvPr>
              <p:cNvCxnSpPr>
                <a:cxnSpLocks/>
              </p:cNvCxnSpPr>
              <p:nvPr/>
            </p:nvCxnSpPr>
            <p:spPr>
              <a:xfrm flipV="1">
                <a:off x="3479812" y="3555432"/>
                <a:ext cx="864066" cy="155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1D58DBF3-9030-FC29-6F3C-C7FF396BCC1E}"/>
                </a:ext>
              </a:extLst>
            </p:cNvPr>
            <p:cNvGrpSpPr/>
            <p:nvPr/>
          </p:nvGrpSpPr>
          <p:grpSpPr>
            <a:xfrm>
              <a:off x="3160169" y="5480702"/>
              <a:ext cx="1286879" cy="376646"/>
              <a:chOff x="3479812" y="3555432"/>
              <a:chExt cx="864066" cy="312295"/>
            </a:xfrm>
          </p:grpSpPr>
          <p:cxnSp>
            <p:nvCxnSpPr>
              <p:cNvPr id="63" name="Straight Arrow Connector 62">
                <a:extLst>
                  <a:ext uri="{FF2B5EF4-FFF2-40B4-BE49-F238E27FC236}">
                    <a16:creationId xmlns:a16="http://schemas.microsoft.com/office/drawing/2014/main" id="{F87D685F-328A-C011-A1D4-71C72D8BC69E}"/>
                  </a:ext>
                </a:extLst>
              </p:cNvPr>
              <p:cNvCxnSpPr>
                <a:cxnSpLocks/>
              </p:cNvCxnSpPr>
              <p:nvPr/>
            </p:nvCxnSpPr>
            <p:spPr>
              <a:xfrm>
                <a:off x="3479812" y="3712350"/>
                <a:ext cx="864066" cy="155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9C797115-A1FE-8967-0633-89612E583B95}"/>
                  </a:ext>
                </a:extLst>
              </p:cNvPr>
              <p:cNvCxnSpPr>
                <a:cxnSpLocks/>
              </p:cNvCxnSpPr>
              <p:nvPr/>
            </p:nvCxnSpPr>
            <p:spPr>
              <a:xfrm flipV="1">
                <a:off x="3479812" y="3555432"/>
                <a:ext cx="864066" cy="155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2E9867B8-B66C-84EC-2512-00CE100F42F6}"/>
                </a:ext>
              </a:extLst>
            </p:cNvPr>
            <p:cNvGrpSpPr/>
            <p:nvPr/>
          </p:nvGrpSpPr>
          <p:grpSpPr>
            <a:xfrm>
              <a:off x="3163715" y="6146588"/>
              <a:ext cx="1286879" cy="376646"/>
              <a:chOff x="3479812" y="3555432"/>
              <a:chExt cx="864066" cy="312295"/>
            </a:xfrm>
          </p:grpSpPr>
          <p:cxnSp>
            <p:nvCxnSpPr>
              <p:cNvPr id="61" name="Straight Arrow Connector 60">
                <a:extLst>
                  <a:ext uri="{FF2B5EF4-FFF2-40B4-BE49-F238E27FC236}">
                    <a16:creationId xmlns:a16="http://schemas.microsoft.com/office/drawing/2014/main" id="{18B5A5A7-D145-E122-53A2-567C7FE7B4FB}"/>
                  </a:ext>
                </a:extLst>
              </p:cNvPr>
              <p:cNvCxnSpPr>
                <a:cxnSpLocks/>
              </p:cNvCxnSpPr>
              <p:nvPr/>
            </p:nvCxnSpPr>
            <p:spPr>
              <a:xfrm>
                <a:off x="3479812" y="3712350"/>
                <a:ext cx="864066" cy="155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569E1BA2-6BE8-C4DF-A271-927582D0E1FE}"/>
                  </a:ext>
                </a:extLst>
              </p:cNvPr>
              <p:cNvCxnSpPr>
                <a:cxnSpLocks/>
              </p:cNvCxnSpPr>
              <p:nvPr/>
            </p:nvCxnSpPr>
            <p:spPr>
              <a:xfrm flipV="1">
                <a:off x="3479812" y="3555432"/>
                <a:ext cx="864066" cy="155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5" name="TextBox 74">
              <a:extLst>
                <a:ext uri="{FF2B5EF4-FFF2-40B4-BE49-F238E27FC236}">
                  <a16:creationId xmlns:a16="http://schemas.microsoft.com/office/drawing/2014/main" id="{CE87E815-2062-D49F-6D93-E268C88DC00B}"/>
                </a:ext>
              </a:extLst>
            </p:cNvPr>
            <p:cNvSpPr txBox="1"/>
            <p:nvPr/>
          </p:nvSpPr>
          <p:spPr>
            <a:xfrm>
              <a:off x="3651016" y="3094127"/>
              <a:ext cx="753732" cy="584775"/>
            </a:xfrm>
            <a:prstGeom prst="rect">
              <a:avLst/>
            </a:prstGeom>
            <a:noFill/>
          </p:spPr>
          <p:txBody>
            <a:bodyPr wrap="none" rtlCol="0">
              <a:spAutoFit/>
            </a:bodyPr>
            <a:lstStyle/>
            <a:p>
              <a:pPr algn="ctr"/>
              <a:r>
                <a:rPr lang="en-GB" sz="1600" dirty="0">
                  <a:latin typeface="Arial" panose="020B0604020202020204" pitchFamily="34" charset="0"/>
                  <a:cs typeface="Arial" panose="020B0604020202020204" pitchFamily="34" charset="0"/>
                </a:rPr>
                <a:t>Third</a:t>
              </a:r>
            </a:p>
            <a:p>
              <a:pPr algn="ctr"/>
              <a:r>
                <a:rPr lang="en-GB" sz="1600" dirty="0">
                  <a:latin typeface="Arial" panose="020B0604020202020204" pitchFamily="34" charset="0"/>
                  <a:cs typeface="Arial" panose="020B0604020202020204" pitchFamily="34" charset="0"/>
                </a:rPr>
                <a:t>phone</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EC68085E-6693-F653-BBF3-5E84FE3C5966}"/>
                    </a:ext>
                  </a:extLst>
                </p:cNvPr>
                <p:cNvSpPr txBox="1"/>
                <p:nvPr/>
              </p:nvSpPr>
              <p:spPr>
                <a:xfrm>
                  <a:off x="3680783" y="3821422"/>
                  <a:ext cx="3686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panose="02040503050406030204" pitchFamily="18" charset="0"/>
                          </a:rPr>
                          <m:t>𝑝</m:t>
                        </m:r>
                      </m:oMath>
                    </m:oMathPara>
                  </a14:m>
                  <a:endParaRPr lang="en-GB" dirty="0">
                    <a:solidFill>
                      <a:srgbClr val="FF0000"/>
                    </a:solidFill>
                  </a:endParaRPr>
                </a:p>
              </p:txBody>
            </p:sp>
          </mc:Choice>
          <mc:Fallback xmlns="">
            <p:sp>
              <p:nvSpPr>
                <p:cNvPr id="80" name="TextBox 79">
                  <a:extLst>
                    <a:ext uri="{FF2B5EF4-FFF2-40B4-BE49-F238E27FC236}">
                      <a16:creationId xmlns:a16="http://schemas.microsoft.com/office/drawing/2014/main" id="{EC68085E-6693-F653-BBF3-5E84FE3C5966}"/>
                    </a:ext>
                  </a:extLst>
                </p:cNvPr>
                <p:cNvSpPr txBox="1">
                  <a:spLocks noRot="1" noChangeAspect="1" noMove="1" noResize="1" noEditPoints="1" noAdjustHandles="1" noChangeArrowheads="1" noChangeShapeType="1" noTextEdit="1"/>
                </p:cNvSpPr>
                <p:nvPr/>
              </p:nvSpPr>
              <p:spPr>
                <a:xfrm>
                  <a:off x="3680783" y="3821422"/>
                  <a:ext cx="368627" cy="369332"/>
                </a:xfrm>
                <a:prstGeom prst="rect">
                  <a:avLst/>
                </a:prstGeom>
                <a:blipFill>
                  <a:blip r:embed="rId10"/>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EB36BE6C-DEDC-80AA-0A61-379F22414952}"/>
                    </a:ext>
                  </a:extLst>
                </p:cNvPr>
                <p:cNvSpPr txBox="1"/>
                <p:nvPr/>
              </p:nvSpPr>
              <p:spPr>
                <a:xfrm>
                  <a:off x="3688134" y="4286593"/>
                  <a:ext cx="3695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0000FF"/>
                            </a:solidFill>
                            <a:latin typeface="Cambria Math" panose="02040503050406030204" pitchFamily="18" charset="0"/>
                          </a:rPr>
                          <m:t>𝑞</m:t>
                        </m:r>
                      </m:oMath>
                    </m:oMathPara>
                  </a14:m>
                  <a:endParaRPr lang="en-GB" dirty="0">
                    <a:solidFill>
                      <a:srgbClr val="0000FF"/>
                    </a:solidFill>
                  </a:endParaRPr>
                </a:p>
              </p:txBody>
            </p:sp>
          </mc:Choice>
          <mc:Fallback xmlns="">
            <p:sp>
              <p:nvSpPr>
                <p:cNvPr id="81" name="TextBox 80">
                  <a:extLst>
                    <a:ext uri="{FF2B5EF4-FFF2-40B4-BE49-F238E27FC236}">
                      <a16:creationId xmlns:a16="http://schemas.microsoft.com/office/drawing/2014/main" id="{EB36BE6C-DEDC-80AA-0A61-379F22414952}"/>
                    </a:ext>
                  </a:extLst>
                </p:cNvPr>
                <p:cNvSpPr txBox="1">
                  <a:spLocks noRot="1" noChangeAspect="1" noMove="1" noResize="1" noEditPoints="1" noAdjustHandles="1" noChangeArrowheads="1" noChangeShapeType="1" noTextEdit="1"/>
                </p:cNvSpPr>
                <p:nvPr/>
              </p:nvSpPr>
              <p:spPr>
                <a:xfrm>
                  <a:off x="3688134" y="4286593"/>
                  <a:ext cx="369588" cy="369332"/>
                </a:xfrm>
                <a:prstGeom prst="rect">
                  <a:avLst/>
                </a:prstGeom>
                <a:blipFill>
                  <a:blip r:embed="rId11"/>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B58A95CF-AB56-AE32-242F-3D237BADA8FC}"/>
                    </a:ext>
                  </a:extLst>
                </p:cNvPr>
                <p:cNvSpPr txBox="1"/>
                <p:nvPr/>
              </p:nvSpPr>
              <p:spPr>
                <a:xfrm>
                  <a:off x="3440211" y="4484580"/>
                  <a:ext cx="3686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panose="02040503050406030204" pitchFamily="18" charset="0"/>
                          </a:rPr>
                          <m:t>𝑝</m:t>
                        </m:r>
                      </m:oMath>
                    </m:oMathPara>
                  </a14:m>
                  <a:endParaRPr lang="en-GB" dirty="0">
                    <a:solidFill>
                      <a:srgbClr val="FF0000"/>
                    </a:solidFill>
                  </a:endParaRPr>
                </a:p>
              </p:txBody>
            </p:sp>
          </mc:Choice>
          <mc:Fallback xmlns="">
            <p:sp>
              <p:nvSpPr>
                <p:cNvPr id="82" name="TextBox 81">
                  <a:extLst>
                    <a:ext uri="{FF2B5EF4-FFF2-40B4-BE49-F238E27FC236}">
                      <a16:creationId xmlns:a16="http://schemas.microsoft.com/office/drawing/2014/main" id="{B58A95CF-AB56-AE32-242F-3D237BADA8FC}"/>
                    </a:ext>
                  </a:extLst>
                </p:cNvPr>
                <p:cNvSpPr txBox="1">
                  <a:spLocks noRot="1" noChangeAspect="1" noMove="1" noResize="1" noEditPoints="1" noAdjustHandles="1" noChangeArrowheads="1" noChangeShapeType="1" noTextEdit="1"/>
                </p:cNvSpPr>
                <p:nvPr/>
              </p:nvSpPr>
              <p:spPr>
                <a:xfrm>
                  <a:off x="3440211" y="4484580"/>
                  <a:ext cx="368627" cy="369332"/>
                </a:xfrm>
                <a:prstGeom prst="rect">
                  <a:avLst/>
                </a:prstGeom>
                <a:blipFill>
                  <a:blip r:embed="rId12"/>
                  <a:stretch>
                    <a:fillRect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33F872C2-1677-37A8-B3FE-897673B4CFEC}"/>
                    </a:ext>
                  </a:extLst>
                </p:cNvPr>
                <p:cNvSpPr txBox="1"/>
                <p:nvPr/>
              </p:nvSpPr>
              <p:spPr>
                <a:xfrm>
                  <a:off x="3447562" y="4949751"/>
                  <a:ext cx="3695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0000FF"/>
                            </a:solidFill>
                            <a:latin typeface="Cambria Math" panose="02040503050406030204" pitchFamily="18" charset="0"/>
                          </a:rPr>
                          <m:t>𝑞</m:t>
                        </m:r>
                      </m:oMath>
                    </m:oMathPara>
                  </a14:m>
                  <a:endParaRPr lang="en-GB" dirty="0">
                    <a:solidFill>
                      <a:srgbClr val="0000FF"/>
                    </a:solidFill>
                  </a:endParaRPr>
                </a:p>
              </p:txBody>
            </p:sp>
          </mc:Choice>
          <mc:Fallback xmlns="">
            <p:sp>
              <p:nvSpPr>
                <p:cNvPr id="83" name="TextBox 82">
                  <a:extLst>
                    <a:ext uri="{FF2B5EF4-FFF2-40B4-BE49-F238E27FC236}">
                      <a16:creationId xmlns:a16="http://schemas.microsoft.com/office/drawing/2014/main" id="{33F872C2-1677-37A8-B3FE-897673B4CFEC}"/>
                    </a:ext>
                  </a:extLst>
                </p:cNvPr>
                <p:cNvSpPr txBox="1">
                  <a:spLocks noRot="1" noChangeAspect="1" noMove="1" noResize="1" noEditPoints="1" noAdjustHandles="1" noChangeArrowheads="1" noChangeShapeType="1" noTextEdit="1"/>
                </p:cNvSpPr>
                <p:nvPr/>
              </p:nvSpPr>
              <p:spPr>
                <a:xfrm>
                  <a:off x="3447562" y="4949751"/>
                  <a:ext cx="369588" cy="369332"/>
                </a:xfrm>
                <a:prstGeom prst="rect">
                  <a:avLst/>
                </a:prstGeom>
                <a:blipFill>
                  <a:blip r:embed="rId13"/>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C4BEC4C2-0839-F368-5E36-D31B8CFFC609}"/>
                    </a:ext>
                  </a:extLst>
                </p:cNvPr>
                <p:cNvSpPr txBox="1"/>
                <p:nvPr/>
              </p:nvSpPr>
              <p:spPr>
                <a:xfrm>
                  <a:off x="3905306" y="5210687"/>
                  <a:ext cx="3686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panose="02040503050406030204" pitchFamily="18" charset="0"/>
                          </a:rPr>
                          <m:t>𝑝</m:t>
                        </m:r>
                      </m:oMath>
                    </m:oMathPara>
                  </a14:m>
                  <a:endParaRPr lang="en-GB" dirty="0">
                    <a:solidFill>
                      <a:srgbClr val="FF0000"/>
                    </a:solidFill>
                  </a:endParaRPr>
                </a:p>
              </p:txBody>
            </p:sp>
          </mc:Choice>
          <mc:Fallback xmlns="">
            <p:sp>
              <p:nvSpPr>
                <p:cNvPr id="84" name="TextBox 83">
                  <a:extLst>
                    <a:ext uri="{FF2B5EF4-FFF2-40B4-BE49-F238E27FC236}">
                      <a16:creationId xmlns:a16="http://schemas.microsoft.com/office/drawing/2014/main" id="{C4BEC4C2-0839-F368-5E36-D31B8CFFC609}"/>
                    </a:ext>
                  </a:extLst>
                </p:cNvPr>
                <p:cNvSpPr txBox="1">
                  <a:spLocks noRot="1" noChangeAspect="1" noMove="1" noResize="1" noEditPoints="1" noAdjustHandles="1" noChangeArrowheads="1" noChangeShapeType="1" noTextEdit="1"/>
                </p:cNvSpPr>
                <p:nvPr/>
              </p:nvSpPr>
              <p:spPr>
                <a:xfrm>
                  <a:off x="3905306" y="5210687"/>
                  <a:ext cx="368627" cy="369332"/>
                </a:xfrm>
                <a:prstGeom prst="rect">
                  <a:avLst/>
                </a:prstGeom>
                <a:blipFill>
                  <a:blip r:embed="rId14"/>
                  <a:stretch>
                    <a:fillRect b="-491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704EB56F-3145-A6A1-6E10-11902B9827A2}"/>
                    </a:ext>
                  </a:extLst>
                </p:cNvPr>
                <p:cNvSpPr txBox="1"/>
                <p:nvPr/>
              </p:nvSpPr>
              <p:spPr>
                <a:xfrm>
                  <a:off x="3912657" y="5675858"/>
                  <a:ext cx="3695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0000FF"/>
                            </a:solidFill>
                            <a:latin typeface="Cambria Math" panose="02040503050406030204" pitchFamily="18" charset="0"/>
                          </a:rPr>
                          <m:t>𝑞</m:t>
                        </m:r>
                      </m:oMath>
                    </m:oMathPara>
                  </a14:m>
                  <a:endParaRPr lang="en-GB" dirty="0">
                    <a:solidFill>
                      <a:srgbClr val="0000FF"/>
                    </a:solidFill>
                  </a:endParaRPr>
                </a:p>
              </p:txBody>
            </p:sp>
          </mc:Choice>
          <mc:Fallback xmlns="">
            <p:sp>
              <p:nvSpPr>
                <p:cNvPr id="85" name="TextBox 84">
                  <a:extLst>
                    <a:ext uri="{FF2B5EF4-FFF2-40B4-BE49-F238E27FC236}">
                      <a16:creationId xmlns:a16="http://schemas.microsoft.com/office/drawing/2014/main" id="{704EB56F-3145-A6A1-6E10-11902B9827A2}"/>
                    </a:ext>
                  </a:extLst>
                </p:cNvPr>
                <p:cNvSpPr txBox="1">
                  <a:spLocks noRot="1" noChangeAspect="1" noMove="1" noResize="1" noEditPoints="1" noAdjustHandles="1" noChangeArrowheads="1" noChangeShapeType="1" noTextEdit="1"/>
                </p:cNvSpPr>
                <p:nvPr/>
              </p:nvSpPr>
              <p:spPr>
                <a:xfrm>
                  <a:off x="3912657" y="5675858"/>
                  <a:ext cx="369588" cy="369332"/>
                </a:xfrm>
                <a:prstGeom prst="rect">
                  <a:avLst/>
                </a:prstGeom>
                <a:blipFill>
                  <a:blip r:embed="rId15"/>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674BCFBF-B281-F5E2-7977-D5311C224FA3}"/>
                    </a:ext>
                  </a:extLst>
                </p:cNvPr>
                <p:cNvSpPr txBox="1"/>
                <p:nvPr/>
              </p:nvSpPr>
              <p:spPr>
                <a:xfrm>
                  <a:off x="3496469" y="5884908"/>
                  <a:ext cx="3686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panose="02040503050406030204" pitchFamily="18" charset="0"/>
                          </a:rPr>
                          <m:t>𝑝</m:t>
                        </m:r>
                      </m:oMath>
                    </m:oMathPara>
                  </a14:m>
                  <a:endParaRPr lang="en-GB" dirty="0">
                    <a:solidFill>
                      <a:srgbClr val="FF0000"/>
                    </a:solidFill>
                  </a:endParaRPr>
                </a:p>
              </p:txBody>
            </p:sp>
          </mc:Choice>
          <mc:Fallback xmlns="">
            <p:sp>
              <p:nvSpPr>
                <p:cNvPr id="86" name="TextBox 85">
                  <a:extLst>
                    <a:ext uri="{FF2B5EF4-FFF2-40B4-BE49-F238E27FC236}">
                      <a16:creationId xmlns:a16="http://schemas.microsoft.com/office/drawing/2014/main" id="{674BCFBF-B281-F5E2-7977-D5311C224FA3}"/>
                    </a:ext>
                  </a:extLst>
                </p:cNvPr>
                <p:cNvSpPr txBox="1">
                  <a:spLocks noRot="1" noChangeAspect="1" noMove="1" noResize="1" noEditPoints="1" noAdjustHandles="1" noChangeArrowheads="1" noChangeShapeType="1" noTextEdit="1"/>
                </p:cNvSpPr>
                <p:nvPr/>
              </p:nvSpPr>
              <p:spPr>
                <a:xfrm>
                  <a:off x="3496469" y="5884908"/>
                  <a:ext cx="368627" cy="369332"/>
                </a:xfrm>
                <a:prstGeom prst="rect">
                  <a:avLst/>
                </a:prstGeom>
                <a:blipFill>
                  <a:blip r:embed="rId16"/>
                  <a:stretch>
                    <a:fillRect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7C821411-A0F7-EE14-C0DB-FDCB453832C8}"/>
                    </a:ext>
                  </a:extLst>
                </p:cNvPr>
                <p:cNvSpPr txBox="1"/>
                <p:nvPr/>
              </p:nvSpPr>
              <p:spPr>
                <a:xfrm>
                  <a:off x="3503820" y="6350079"/>
                  <a:ext cx="3695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0000FF"/>
                            </a:solidFill>
                            <a:latin typeface="Cambria Math" panose="02040503050406030204" pitchFamily="18" charset="0"/>
                          </a:rPr>
                          <m:t>𝑞</m:t>
                        </m:r>
                      </m:oMath>
                    </m:oMathPara>
                  </a14:m>
                  <a:endParaRPr lang="en-GB" dirty="0">
                    <a:solidFill>
                      <a:srgbClr val="0000FF"/>
                    </a:solidFill>
                  </a:endParaRPr>
                </a:p>
              </p:txBody>
            </p:sp>
          </mc:Choice>
          <mc:Fallback xmlns="">
            <p:sp>
              <p:nvSpPr>
                <p:cNvPr id="87" name="TextBox 86">
                  <a:extLst>
                    <a:ext uri="{FF2B5EF4-FFF2-40B4-BE49-F238E27FC236}">
                      <a16:creationId xmlns:a16="http://schemas.microsoft.com/office/drawing/2014/main" id="{7C821411-A0F7-EE14-C0DB-FDCB453832C8}"/>
                    </a:ext>
                  </a:extLst>
                </p:cNvPr>
                <p:cNvSpPr txBox="1">
                  <a:spLocks noRot="1" noChangeAspect="1" noMove="1" noResize="1" noEditPoints="1" noAdjustHandles="1" noChangeArrowheads="1" noChangeShapeType="1" noTextEdit="1"/>
                </p:cNvSpPr>
                <p:nvPr/>
              </p:nvSpPr>
              <p:spPr>
                <a:xfrm>
                  <a:off x="3503820" y="6350079"/>
                  <a:ext cx="369588" cy="369332"/>
                </a:xfrm>
                <a:prstGeom prst="rect">
                  <a:avLst/>
                </a:prstGeom>
                <a:blipFill>
                  <a:blip r:embed="rId17"/>
                  <a:stretch>
                    <a:fillRect b="-6667"/>
                  </a:stretch>
                </a:blipFill>
              </p:spPr>
              <p:txBody>
                <a:bodyPr/>
                <a:lstStyle/>
                <a:p>
                  <a:r>
                    <a:rPr lang="en-GB">
                      <a:noFill/>
                    </a:rPr>
                    <a:t> </a:t>
                  </a:r>
                </a:p>
              </p:txBody>
            </p:sp>
          </mc:Fallback>
        </mc:AlternateContent>
      </p:grpSp>
      <p:grpSp>
        <p:nvGrpSpPr>
          <p:cNvPr id="100" name="Group 99">
            <a:extLst>
              <a:ext uri="{FF2B5EF4-FFF2-40B4-BE49-F238E27FC236}">
                <a16:creationId xmlns:a16="http://schemas.microsoft.com/office/drawing/2014/main" id="{4EB5D4E4-BDB9-7AF7-D420-EF6D5FEE8CB7}"/>
              </a:ext>
            </a:extLst>
          </p:cNvPr>
          <p:cNvGrpSpPr/>
          <p:nvPr/>
        </p:nvGrpSpPr>
        <p:grpSpPr>
          <a:xfrm>
            <a:off x="5910507" y="4001397"/>
            <a:ext cx="626069" cy="2787671"/>
            <a:chOff x="4390607" y="3865903"/>
            <a:chExt cx="626069" cy="2787671"/>
          </a:xfrm>
        </p:grpSpPr>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D24D835B-FE27-ECD1-FE79-CD6596BE19BE}"/>
                    </a:ext>
                  </a:extLst>
                </p:cNvPr>
                <p:cNvSpPr txBox="1"/>
                <p:nvPr/>
              </p:nvSpPr>
              <p:spPr>
                <a:xfrm>
                  <a:off x="4390607" y="3865903"/>
                  <a:ext cx="6251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panose="02040503050406030204" pitchFamily="18" charset="0"/>
                          </a:rPr>
                          <m:t>𝑝𝑝𝑝</m:t>
                        </m:r>
                      </m:oMath>
                    </m:oMathPara>
                  </a14:m>
                  <a:endParaRPr lang="en-GB" dirty="0">
                    <a:solidFill>
                      <a:srgbClr val="FF0000"/>
                    </a:solidFill>
                  </a:endParaRPr>
                </a:p>
              </p:txBody>
            </p:sp>
          </mc:Choice>
          <mc:Fallback xmlns="">
            <p:sp>
              <p:nvSpPr>
                <p:cNvPr id="91" name="TextBox 90">
                  <a:extLst>
                    <a:ext uri="{FF2B5EF4-FFF2-40B4-BE49-F238E27FC236}">
                      <a16:creationId xmlns:a16="http://schemas.microsoft.com/office/drawing/2014/main" id="{D24D835B-FE27-ECD1-FE79-CD6596BE19BE}"/>
                    </a:ext>
                  </a:extLst>
                </p:cNvPr>
                <p:cNvSpPr txBox="1">
                  <a:spLocks noRot="1" noChangeAspect="1" noMove="1" noResize="1" noEditPoints="1" noAdjustHandles="1" noChangeArrowheads="1" noChangeShapeType="1" noTextEdit="1"/>
                </p:cNvSpPr>
                <p:nvPr/>
              </p:nvSpPr>
              <p:spPr>
                <a:xfrm>
                  <a:off x="4390607" y="3865903"/>
                  <a:ext cx="625108" cy="369332"/>
                </a:xfrm>
                <a:prstGeom prst="rect">
                  <a:avLst/>
                </a:prstGeom>
                <a:blipFill>
                  <a:blip r:embed="rId18"/>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9B7FE147-AF2C-1609-754A-CF09A348ED35}"/>
                    </a:ext>
                  </a:extLst>
                </p:cNvPr>
                <p:cNvSpPr txBox="1"/>
                <p:nvPr/>
              </p:nvSpPr>
              <p:spPr>
                <a:xfrm>
                  <a:off x="4390607" y="4237570"/>
                  <a:ext cx="6260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panose="02040503050406030204" pitchFamily="18" charset="0"/>
                          </a:rPr>
                          <m:t>𝑝𝑝</m:t>
                        </m:r>
                        <m:r>
                          <a:rPr lang="en-GB" i="1">
                            <a:solidFill>
                              <a:srgbClr val="0000FF"/>
                            </a:solidFill>
                            <a:latin typeface="Cambria Math" panose="02040503050406030204" pitchFamily="18" charset="0"/>
                          </a:rPr>
                          <m:t>𝑞</m:t>
                        </m:r>
                      </m:oMath>
                    </m:oMathPara>
                  </a14:m>
                  <a:endParaRPr lang="en-GB" dirty="0">
                    <a:solidFill>
                      <a:srgbClr val="FF0000"/>
                    </a:solidFill>
                  </a:endParaRPr>
                </a:p>
              </p:txBody>
            </p:sp>
          </mc:Choice>
          <mc:Fallback xmlns="">
            <p:sp>
              <p:nvSpPr>
                <p:cNvPr id="92" name="TextBox 91">
                  <a:extLst>
                    <a:ext uri="{FF2B5EF4-FFF2-40B4-BE49-F238E27FC236}">
                      <a16:creationId xmlns:a16="http://schemas.microsoft.com/office/drawing/2014/main" id="{9B7FE147-AF2C-1609-754A-CF09A348ED35}"/>
                    </a:ext>
                  </a:extLst>
                </p:cNvPr>
                <p:cNvSpPr txBox="1">
                  <a:spLocks noRot="1" noChangeAspect="1" noMove="1" noResize="1" noEditPoints="1" noAdjustHandles="1" noChangeArrowheads="1" noChangeShapeType="1" noTextEdit="1"/>
                </p:cNvSpPr>
                <p:nvPr/>
              </p:nvSpPr>
              <p:spPr>
                <a:xfrm>
                  <a:off x="4390607" y="4237570"/>
                  <a:ext cx="626069" cy="369332"/>
                </a:xfrm>
                <a:prstGeom prst="rect">
                  <a:avLst/>
                </a:prstGeom>
                <a:blipFill>
                  <a:blip r:embed="rId19"/>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76F4779-7659-135B-27EC-AC99031ABA91}"/>
                    </a:ext>
                  </a:extLst>
                </p:cNvPr>
                <p:cNvSpPr txBox="1"/>
                <p:nvPr/>
              </p:nvSpPr>
              <p:spPr>
                <a:xfrm>
                  <a:off x="4390607" y="4562202"/>
                  <a:ext cx="62190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panose="02040503050406030204" pitchFamily="18" charset="0"/>
                          </a:rPr>
                          <m:t>𝑝</m:t>
                        </m:r>
                        <m:r>
                          <a:rPr lang="en-GB" i="1">
                            <a:solidFill>
                              <a:srgbClr val="0000FF"/>
                            </a:solidFill>
                            <a:latin typeface="Cambria Math" panose="02040503050406030204" pitchFamily="18" charset="0"/>
                          </a:rPr>
                          <m:t>𝑞</m:t>
                        </m:r>
                        <m:r>
                          <a:rPr lang="en-GB" i="1">
                            <a:solidFill>
                              <a:srgbClr val="FF0000"/>
                            </a:solidFill>
                            <a:latin typeface="Cambria Math" panose="02040503050406030204" pitchFamily="18" charset="0"/>
                          </a:rPr>
                          <m:t>𝑝</m:t>
                        </m:r>
                      </m:oMath>
                    </m:oMathPara>
                  </a14:m>
                  <a:endParaRPr lang="en-GB" dirty="0">
                    <a:solidFill>
                      <a:srgbClr val="FF0000"/>
                    </a:solidFill>
                  </a:endParaRPr>
                </a:p>
              </p:txBody>
            </p:sp>
          </mc:Choice>
          <mc:Fallback xmlns="">
            <p:sp>
              <p:nvSpPr>
                <p:cNvPr id="93" name="TextBox 92">
                  <a:extLst>
                    <a:ext uri="{FF2B5EF4-FFF2-40B4-BE49-F238E27FC236}">
                      <a16:creationId xmlns:a16="http://schemas.microsoft.com/office/drawing/2014/main" id="{B76F4779-7659-135B-27EC-AC99031ABA91}"/>
                    </a:ext>
                  </a:extLst>
                </p:cNvPr>
                <p:cNvSpPr txBox="1">
                  <a:spLocks noRot="1" noChangeAspect="1" noMove="1" noResize="1" noEditPoints="1" noAdjustHandles="1" noChangeArrowheads="1" noChangeShapeType="1" noTextEdit="1"/>
                </p:cNvSpPr>
                <p:nvPr/>
              </p:nvSpPr>
              <p:spPr>
                <a:xfrm>
                  <a:off x="4390607" y="4562202"/>
                  <a:ext cx="621901" cy="369332"/>
                </a:xfrm>
                <a:prstGeom prst="rect">
                  <a:avLst/>
                </a:prstGeom>
                <a:blipFill>
                  <a:blip r:embed="rId20"/>
                  <a:stretch>
                    <a:fillRect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C129102E-EEEE-F8BB-1616-C38F36CB8DB8}"/>
                    </a:ext>
                  </a:extLst>
                </p:cNvPr>
                <p:cNvSpPr txBox="1"/>
                <p:nvPr/>
              </p:nvSpPr>
              <p:spPr>
                <a:xfrm>
                  <a:off x="4390607" y="4933869"/>
                  <a:ext cx="6228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panose="02040503050406030204" pitchFamily="18" charset="0"/>
                          </a:rPr>
                          <m:t>𝑝</m:t>
                        </m:r>
                        <m:r>
                          <a:rPr lang="en-GB" i="1">
                            <a:solidFill>
                              <a:srgbClr val="0000FF"/>
                            </a:solidFill>
                            <a:latin typeface="Cambria Math" panose="02040503050406030204" pitchFamily="18" charset="0"/>
                          </a:rPr>
                          <m:t>𝑞𝑞</m:t>
                        </m:r>
                      </m:oMath>
                    </m:oMathPara>
                  </a14:m>
                  <a:endParaRPr lang="en-GB" dirty="0">
                    <a:solidFill>
                      <a:srgbClr val="FF0000"/>
                    </a:solidFill>
                  </a:endParaRPr>
                </a:p>
              </p:txBody>
            </p:sp>
          </mc:Choice>
          <mc:Fallback xmlns="">
            <p:sp>
              <p:nvSpPr>
                <p:cNvPr id="94" name="TextBox 93">
                  <a:extLst>
                    <a:ext uri="{FF2B5EF4-FFF2-40B4-BE49-F238E27FC236}">
                      <a16:creationId xmlns:a16="http://schemas.microsoft.com/office/drawing/2014/main" id="{C129102E-EEEE-F8BB-1616-C38F36CB8DB8}"/>
                    </a:ext>
                  </a:extLst>
                </p:cNvPr>
                <p:cNvSpPr txBox="1">
                  <a:spLocks noRot="1" noChangeAspect="1" noMove="1" noResize="1" noEditPoints="1" noAdjustHandles="1" noChangeArrowheads="1" noChangeShapeType="1" noTextEdit="1"/>
                </p:cNvSpPr>
                <p:nvPr/>
              </p:nvSpPr>
              <p:spPr>
                <a:xfrm>
                  <a:off x="4390607" y="4933869"/>
                  <a:ext cx="622863" cy="369332"/>
                </a:xfrm>
                <a:prstGeom prst="rect">
                  <a:avLst/>
                </a:prstGeom>
                <a:blipFill>
                  <a:blip r:embed="rId21"/>
                  <a:stretch>
                    <a:fillRect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5EF13325-55E8-7392-5C7A-FA802068F9BE}"/>
                    </a:ext>
                  </a:extLst>
                </p:cNvPr>
                <p:cNvSpPr txBox="1"/>
                <p:nvPr/>
              </p:nvSpPr>
              <p:spPr>
                <a:xfrm>
                  <a:off x="4390607" y="5238440"/>
                  <a:ext cx="6219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0000FF"/>
                            </a:solidFill>
                            <a:latin typeface="Cambria Math" panose="02040503050406030204" pitchFamily="18" charset="0"/>
                          </a:rPr>
                          <m:t>𝑞</m:t>
                        </m:r>
                        <m:r>
                          <a:rPr lang="en-GB" i="1">
                            <a:solidFill>
                              <a:srgbClr val="FF0000"/>
                            </a:solidFill>
                            <a:latin typeface="Cambria Math" panose="02040503050406030204" pitchFamily="18" charset="0"/>
                          </a:rPr>
                          <m:t>𝑝𝑝</m:t>
                        </m:r>
                      </m:oMath>
                    </m:oMathPara>
                  </a14:m>
                  <a:endParaRPr lang="en-GB" dirty="0">
                    <a:solidFill>
                      <a:srgbClr val="FF0000"/>
                    </a:solidFill>
                  </a:endParaRPr>
                </a:p>
              </p:txBody>
            </p:sp>
          </mc:Choice>
          <mc:Fallback xmlns="">
            <p:sp>
              <p:nvSpPr>
                <p:cNvPr id="95" name="TextBox 94">
                  <a:extLst>
                    <a:ext uri="{FF2B5EF4-FFF2-40B4-BE49-F238E27FC236}">
                      <a16:creationId xmlns:a16="http://schemas.microsoft.com/office/drawing/2014/main" id="{5EF13325-55E8-7392-5C7A-FA802068F9BE}"/>
                    </a:ext>
                  </a:extLst>
                </p:cNvPr>
                <p:cNvSpPr txBox="1">
                  <a:spLocks noRot="1" noChangeAspect="1" noMove="1" noResize="1" noEditPoints="1" noAdjustHandles="1" noChangeArrowheads="1" noChangeShapeType="1" noTextEdit="1"/>
                </p:cNvSpPr>
                <p:nvPr/>
              </p:nvSpPr>
              <p:spPr>
                <a:xfrm>
                  <a:off x="4390607" y="5238440"/>
                  <a:ext cx="621902" cy="369332"/>
                </a:xfrm>
                <a:prstGeom prst="rect">
                  <a:avLst/>
                </a:prstGeom>
                <a:blipFill>
                  <a:blip r:embed="rId22"/>
                  <a:stretch>
                    <a:fillRect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D1713849-0D69-FC41-B097-EE80314E6A3F}"/>
                    </a:ext>
                  </a:extLst>
                </p:cNvPr>
                <p:cNvSpPr txBox="1"/>
                <p:nvPr/>
              </p:nvSpPr>
              <p:spPr>
                <a:xfrm>
                  <a:off x="4390607" y="5613173"/>
                  <a:ext cx="6228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0000FF"/>
                            </a:solidFill>
                            <a:latin typeface="Cambria Math" panose="02040503050406030204" pitchFamily="18" charset="0"/>
                          </a:rPr>
                          <m:t>𝑞</m:t>
                        </m:r>
                        <m:r>
                          <a:rPr lang="en-GB" i="1">
                            <a:solidFill>
                              <a:srgbClr val="FF0000"/>
                            </a:solidFill>
                            <a:latin typeface="Cambria Math" panose="02040503050406030204" pitchFamily="18" charset="0"/>
                          </a:rPr>
                          <m:t>𝑝</m:t>
                        </m:r>
                        <m:r>
                          <a:rPr lang="en-GB" i="1">
                            <a:solidFill>
                              <a:srgbClr val="0000FF"/>
                            </a:solidFill>
                            <a:latin typeface="Cambria Math" panose="02040503050406030204" pitchFamily="18" charset="0"/>
                          </a:rPr>
                          <m:t>𝑞</m:t>
                        </m:r>
                      </m:oMath>
                    </m:oMathPara>
                  </a14:m>
                  <a:endParaRPr lang="en-GB" dirty="0">
                    <a:solidFill>
                      <a:srgbClr val="FF0000"/>
                    </a:solidFill>
                  </a:endParaRPr>
                </a:p>
              </p:txBody>
            </p:sp>
          </mc:Choice>
          <mc:Fallback xmlns="">
            <p:sp>
              <p:nvSpPr>
                <p:cNvPr id="96" name="TextBox 95">
                  <a:extLst>
                    <a:ext uri="{FF2B5EF4-FFF2-40B4-BE49-F238E27FC236}">
                      <a16:creationId xmlns:a16="http://schemas.microsoft.com/office/drawing/2014/main" id="{D1713849-0D69-FC41-B097-EE80314E6A3F}"/>
                    </a:ext>
                  </a:extLst>
                </p:cNvPr>
                <p:cNvSpPr txBox="1">
                  <a:spLocks noRot="1" noChangeAspect="1" noMove="1" noResize="1" noEditPoints="1" noAdjustHandles="1" noChangeArrowheads="1" noChangeShapeType="1" noTextEdit="1"/>
                </p:cNvSpPr>
                <p:nvPr/>
              </p:nvSpPr>
              <p:spPr>
                <a:xfrm>
                  <a:off x="4390607" y="5613173"/>
                  <a:ext cx="622863" cy="369332"/>
                </a:xfrm>
                <a:prstGeom prst="rect">
                  <a:avLst/>
                </a:prstGeom>
                <a:blipFill>
                  <a:blip r:embed="rId23"/>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8874DA2F-52D6-D333-08EA-6DF6DC3DBD62}"/>
                    </a:ext>
                  </a:extLst>
                </p:cNvPr>
                <p:cNvSpPr txBox="1"/>
                <p:nvPr/>
              </p:nvSpPr>
              <p:spPr>
                <a:xfrm>
                  <a:off x="4390607" y="5914910"/>
                  <a:ext cx="6186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0000FF"/>
                            </a:solidFill>
                            <a:latin typeface="Cambria Math" panose="02040503050406030204" pitchFamily="18" charset="0"/>
                          </a:rPr>
                          <m:t>𝑞𝑞</m:t>
                        </m:r>
                        <m:r>
                          <a:rPr lang="en-GB" i="1">
                            <a:solidFill>
                              <a:srgbClr val="FF0000"/>
                            </a:solidFill>
                            <a:latin typeface="Cambria Math" panose="02040503050406030204" pitchFamily="18" charset="0"/>
                          </a:rPr>
                          <m:t>𝑝</m:t>
                        </m:r>
                      </m:oMath>
                    </m:oMathPara>
                  </a14:m>
                  <a:endParaRPr lang="en-GB" dirty="0">
                    <a:solidFill>
                      <a:srgbClr val="FF0000"/>
                    </a:solidFill>
                  </a:endParaRPr>
                </a:p>
              </p:txBody>
            </p:sp>
          </mc:Choice>
          <mc:Fallback xmlns="">
            <p:sp>
              <p:nvSpPr>
                <p:cNvPr id="97" name="TextBox 96">
                  <a:extLst>
                    <a:ext uri="{FF2B5EF4-FFF2-40B4-BE49-F238E27FC236}">
                      <a16:creationId xmlns:a16="http://schemas.microsoft.com/office/drawing/2014/main" id="{8874DA2F-52D6-D333-08EA-6DF6DC3DBD62}"/>
                    </a:ext>
                  </a:extLst>
                </p:cNvPr>
                <p:cNvSpPr txBox="1">
                  <a:spLocks noRot="1" noChangeAspect="1" noMove="1" noResize="1" noEditPoints="1" noAdjustHandles="1" noChangeArrowheads="1" noChangeShapeType="1" noTextEdit="1"/>
                </p:cNvSpPr>
                <p:nvPr/>
              </p:nvSpPr>
              <p:spPr>
                <a:xfrm>
                  <a:off x="4390607" y="5914910"/>
                  <a:ext cx="618696" cy="369332"/>
                </a:xfrm>
                <a:prstGeom prst="rect">
                  <a:avLst/>
                </a:prstGeom>
                <a:blipFill>
                  <a:blip r:embed="rId24"/>
                  <a:stretch>
                    <a:fillRect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7C7EF42A-A429-0312-D7B7-22AFA42FC924}"/>
                    </a:ext>
                  </a:extLst>
                </p:cNvPr>
                <p:cNvSpPr txBox="1"/>
                <p:nvPr/>
              </p:nvSpPr>
              <p:spPr>
                <a:xfrm>
                  <a:off x="4390607" y="6284242"/>
                  <a:ext cx="6196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a:solidFill>
                              <a:srgbClr val="0000FF"/>
                            </a:solidFill>
                            <a:latin typeface="Cambria Math" panose="02040503050406030204" pitchFamily="18" charset="0"/>
                          </a:rPr>
                          <m:t>𝑞𝑞𝑞</m:t>
                        </m:r>
                      </m:oMath>
                    </m:oMathPara>
                  </a14:m>
                  <a:endParaRPr lang="en-GB" dirty="0">
                    <a:solidFill>
                      <a:srgbClr val="FF0000"/>
                    </a:solidFill>
                  </a:endParaRPr>
                </a:p>
              </p:txBody>
            </p:sp>
          </mc:Choice>
          <mc:Fallback xmlns="">
            <p:sp>
              <p:nvSpPr>
                <p:cNvPr id="99" name="TextBox 98">
                  <a:extLst>
                    <a:ext uri="{FF2B5EF4-FFF2-40B4-BE49-F238E27FC236}">
                      <a16:creationId xmlns:a16="http://schemas.microsoft.com/office/drawing/2014/main" id="{7C7EF42A-A429-0312-D7B7-22AFA42FC924}"/>
                    </a:ext>
                  </a:extLst>
                </p:cNvPr>
                <p:cNvSpPr txBox="1">
                  <a:spLocks noRot="1" noChangeAspect="1" noMove="1" noResize="1" noEditPoints="1" noAdjustHandles="1" noChangeArrowheads="1" noChangeShapeType="1" noTextEdit="1"/>
                </p:cNvSpPr>
                <p:nvPr/>
              </p:nvSpPr>
              <p:spPr>
                <a:xfrm>
                  <a:off x="4390607" y="6284242"/>
                  <a:ext cx="619657" cy="369332"/>
                </a:xfrm>
                <a:prstGeom prst="rect">
                  <a:avLst/>
                </a:prstGeom>
                <a:blipFill>
                  <a:blip r:embed="rId25"/>
                  <a:stretch>
                    <a:fillRect b="-6557"/>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9935D0F2-49F6-42A1-BD55-92FA2DD41841}"/>
                  </a:ext>
                </a:extLst>
              </p:cNvPr>
              <p:cNvSpPr txBox="1"/>
              <p:nvPr/>
            </p:nvSpPr>
            <p:spPr>
              <a:xfrm>
                <a:off x="6808060" y="3789075"/>
                <a:ext cx="3781745" cy="2664960"/>
              </a:xfrm>
              <a:prstGeom prst="rect">
                <a:avLst/>
              </a:prstGeom>
              <a:noFill/>
            </p:spPr>
            <p:txBody>
              <a:bodyPr wrap="square" rtlCol="0">
                <a:spAutoFit/>
              </a:bodyPr>
              <a:lstStyle/>
              <a:p>
                <a:pPr>
                  <a:spcAft>
                    <a:spcPts val="1800"/>
                  </a:spcAft>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𝑃</m:t>
                      </m:r>
                      <m:d>
                        <m:dPr>
                          <m:ctrlPr>
                            <a:rPr lang="en-GB" i="1" dirty="0">
                              <a:latin typeface="Cambria Math" panose="02040503050406030204" pitchFamily="18" charset="0"/>
                            </a:rPr>
                          </m:ctrlPr>
                        </m:dPr>
                        <m:e>
                          <m:r>
                            <a:rPr lang="en-GB" i="1" dirty="0">
                              <a:latin typeface="Cambria Math" panose="02040503050406030204" pitchFamily="18" charset="0"/>
                            </a:rPr>
                            <m:t>1 </m:t>
                          </m:r>
                          <m:r>
                            <a:rPr lang="en-GB" b="0" i="1" dirty="0" smtClean="0">
                              <a:latin typeface="Cambria Math" panose="02040503050406030204" pitchFamily="18" charset="0"/>
                            </a:rPr>
                            <m:t>𝑝h𝑜𝑛𝑒</m:t>
                          </m:r>
                          <m:r>
                            <a:rPr lang="en-GB" i="1" dirty="0">
                              <a:latin typeface="Cambria Math" panose="02040503050406030204" pitchFamily="18" charset="0"/>
                            </a:rPr>
                            <m:t> </m:t>
                          </m:r>
                          <m:r>
                            <a:rPr lang="en-GB" i="1" dirty="0">
                              <a:latin typeface="Cambria Math" panose="02040503050406030204" pitchFamily="18" charset="0"/>
                            </a:rPr>
                            <m:t>𝑖𝑠</m:t>
                          </m:r>
                          <m:r>
                            <a:rPr lang="en-GB" i="1" dirty="0">
                              <a:latin typeface="Cambria Math" panose="02040503050406030204" pitchFamily="18" charset="0"/>
                            </a:rPr>
                            <m:t> </m:t>
                          </m:r>
                          <m:r>
                            <a:rPr lang="en-GB" i="1" dirty="0">
                              <a:latin typeface="Cambria Math" panose="02040503050406030204" pitchFamily="18" charset="0"/>
                            </a:rPr>
                            <m:t>𝑑𝑒𝑓𝑒𝑐𝑡𝑖𝑣𝑒</m:t>
                          </m:r>
                        </m:e>
                      </m:d>
                    </m:oMath>
                  </m:oMathPara>
                </a14:m>
                <a:endParaRPr lang="en-GB" i="1" dirty="0">
                  <a:latin typeface="Cambria Math" panose="02040503050406030204" pitchFamily="18" charset="0"/>
                </a:endParaRPr>
              </a:p>
              <a:p>
                <a:pPr>
                  <a:spcAft>
                    <a:spcPts val="1800"/>
                  </a:spcAft>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m:t>
                      </m:r>
                      <m:r>
                        <a:rPr lang="en-GB" i="1" dirty="0">
                          <a:latin typeface="Cambria Math" panose="02040503050406030204" pitchFamily="18" charset="0"/>
                        </a:rPr>
                        <m:t>𝑃</m:t>
                      </m:r>
                      <m:d>
                        <m:dPr>
                          <m:ctrlPr>
                            <a:rPr lang="en-GB" i="1" dirty="0">
                              <a:latin typeface="Cambria Math" panose="02040503050406030204" pitchFamily="18" charset="0"/>
                            </a:rPr>
                          </m:ctrlPr>
                        </m:dPr>
                        <m:e>
                          <m:r>
                            <a:rPr lang="en-GB" i="1" dirty="0">
                              <a:latin typeface="Cambria Math" panose="02040503050406030204" pitchFamily="18" charset="0"/>
                            </a:rPr>
                            <m:t>𝑝𝑞𝑞</m:t>
                          </m:r>
                        </m:e>
                      </m:d>
                      <m:r>
                        <a:rPr lang="en-GB" i="1" dirty="0">
                          <a:latin typeface="Cambria Math" panose="02040503050406030204" pitchFamily="18" charset="0"/>
                        </a:rPr>
                        <m:t>+</m:t>
                      </m:r>
                      <m:r>
                        <a:rPr lang="en-GB" i="1" dirty="0">
                          <a:latin typeface="Cambria Math" panose="02040503050406030204" pitchFamily="18" charset="0"/>
                        </a:rPr>
                        <m:t>𝑃</m:t>
                      </m:r>
                      <m:d>
                        <m:dPr>
                          <m:ctrlPr>
                            <a:rPr lang="en-GB" i="1" dirty="0">
                              <a:latin typeface="Cambria Math" panose="02040503050406030204" pitchFamily="18" charset="0"/>
                            </a:rPr>
                          </m:ctrlPr>
                        </m:dPr>
                        <m:e>
                          <m:r>
                            <a:rPr lang="en-GB" i="1" dirty="0">
                              <a:latin typeface="Cambria Math" panose="02040503050406030204" pitchFamily="18" charset="0"/>
                            </a:rPr>
                            <m:t>𝑞𝑝𝑞</m:t>
                          </m:r>
                        </m:e>
                      </m:d>
                      <m:r>
                        <a:rPr lang="en-GB" i="1" dirty="0">
                          <a:latin typeface="Cambria Math" panose="02040503050406030204" pitchFamily="18" charset="0"/>
                        </a:rPr>
                        <m:t>+</m:t>
                      </m:r>
                      <m:r>
                        <a:rPr lang="en-GB" i="1" dirty="0">
                          <a:latin typeface="Cambria Math" panose="02040503050406030204" pitchFamily="18" charset="0"/>
                        </a:rPr>
                        <m:t>𝑃</m:t>
                      </m:r>
                      <m:d>
                        <m:dPr>
                          <m:ctrlPr>
                            <a:rPr lang="en-GB" i="1" dirty="0">
                              <a:latin typeface="Cambria Math" panose="02040503050406030204" pitchFamily="18" charset="0"/>
                            </a:rPr>
                          </m:ctrlPr>
                        </m:dPr>
                        <m:e>
                          <m:r>
                            <a:rPr lang="en-GB" i="1" dirty="0">
                              <a:latin typeface="Cambria Math" panose="02040503050406030204" pitchFamily="18" charset="0"/>
                            </a:rPr>
                            <m:t>𝑞𝑞𝑝</m:t>
                          </m:r>
                        </m:e>
                      </m:d>
                    </m:oMath>
                  </m:oMathPara>
                </a14:m>
                <a:endParaRPr lang="en-GB" i="1" dirty="0">
                  <a:latin typeface="Cambria Math" panose="02040503050406030204" pitchFamily="18" charset="0"/>
                </a:endParaRPr>
              </a:p>
              <a:p>
                <a:pPr>
                  <a:spcAft>
                    <a:spcPts val="1800"/>
                  </a:spcAft>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=0.05</m:t>
                      </m:r>
                      <m:r>
                        <a:rPr lang="en-GB" i="1" dirty="0">
                          <a:latin typeface="Cambria Math" panose="02040503050406030204" pitchFamily="18" charset="0"/>
                          <a:ea typeface="Cambria Math" panose="02040503050406030204" pitchFamily="18" charset="0"/>
                        </a:rPr>
                        <m:t>×0.95×0.95+0.95×</m:t>
                      </m:r>
                      <m:r>
                        <a:rPr lang="en-GB" i="1" dirty="0">
                          <a:latin typeface="Cambria Math" panose="02040503050406030204" pitchFamily="18" charset="0"/>
                        </a:rPr>
                        <m:t>0.05</m:t>
                      </m:r>
                      <m:r>
                        <a:rPr lang="en-GB" i="1" dirty="0">
                          <a:latin typeface="Cambria Math" panose="02040503050406030204" pitchFamily="18" charset="0"/>
                          <a:ea typeface="Cambria Math" panose="02040503050406030204" pitchFamily="18" charset="0"/>
                        </a:rPr>
                        <m:t>×0.95+0.95×0.95×</m:t>
                      </m:r>
                      <m:r>
                        <a:rPr lang="en-GB" i="1" dirty="0">
                          <a:latin typeface="Cambria Math" panose="02040503050406030204" pitchFamily="18" charset="0"/>
                        </a:rPr>
                        <m:t>0.05</m:t>
                      </m:r>
                    </m:oMath>
                  </m:oMathPara>
                </a14:m>
                <a:endParaRPr lang="en-GB" i="1" dirty="0">
                  <a:latin typeface="Cambria Math" panose="02040503050406030204" pitchFamily="18" charset="0"/>
                </a:endParaRPr>
              </a:p>
              <a:p>
                <a:pPr>
                  <a:spcAft>
                    <a:spcPts val="1800"/>
                  </a:spcAft>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=0.1353</m:t>
                      </m:r>
                    </m:oMath>
                  </m:oMathPara>
                </a14:m>
                <a:endParaRPr lang="en-GB" dirty="0"/>
              </a:p>
            </p:txBody>
          </p:sp>
        </mc:Choice>
        <mc:Fallback xmlns="">
          <p:sp>
            <p:nvSpPr>
              <p:cNvPr id="105" name="TextBox 104">
                <a:extLst>
                  <a:ext uri="{FF2B5EF4-FFF2-40B4-BE49-F238E27FC236}">
                    <a16:creationId xmlns:a16="http://schemas.microsoft.com/office/drawing/2014/main" id="{9935D0F2-49F6-42A1-BD55-92FA2DD41841}"/>
                  </a:ext>
                </a:extLst>
              </p:cNvPr>
              <p:cNvSpPr txBox="1">
                <a:spLocks noRot="1" noChangeAspect="1" noMove="1" noResize="1" noEditPoints="1" noAdjustHandles="1" noChangeArrowheads="1" noChangeShapeType="1" noTextEdit="1"/>
              </p:cNvSpPr>
              <p:nvPr/>
            </p:nvSpPr>
            <p:spPr>
              <a:xfrm>
                <a:off x="6808060" y="3789075"/>
                <a:ext cx="3781745" cy="2664960"/>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5DF732FF-EA99-5C85-22C6-8D38C36DDBE6}"/>
                  </a:ext>
                </a:extLst>
              </p:cNvPr>
              <p:cNvSpPr txBox="1"/>
              <p:nvPr/>
            </p:nvSpPr>
            <p:spPr>
              <a:xfrm>
                <a:off x="1545659" y="1808339"/>
                <a:ext cx="63668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smtClean="0">
                          <a:solidFill>
                            <a:srgbClr val="0000FF"/>
                          </a:solidFill>
                          <a:latin typeface="Cambria Math" panose="02040503050406030204" pitchFamily="18" charset="0"/>
                        </a:rPr>
                        <m:t>𝑁𝑢𝑚𝑏𝑒𝑟</m:t>
                      </m:r>
                      <m:r>
                        <a:rPr lang="en-GB" i="1" dirty="0" smtClean="0">
                          <a:solidFill>
                            <a:srgbClr val="0000FF"/>
                          </a:solidFill>
                          <a:latin typeface="Cambria Math" panose="02040503050406030204" pitchFamily="18" charset="0"/>
                        </a:rPr>
                        <m:t> </m:t>
                      </m:r>
                      <m:r>
                        <a:rPr lang="en-GB" i="1" dirty="0" smtClean="0">
                          <a:solidFill>
                            <a:srgbClr val="0000FF"/>
                          </a:solidFill>
                          <a:latin typeface="Cambria Math" panose="02040503050406030204" pitchFamily="18" charset="0"/>
                        </a:rPr>
                        <m:t>𝑜𝑓</m:t>
                      </m:r>
                      <m:r>
                        <a:rPr lang="en-GB" i="1" dirty="0" smtClean="0">
                          <a:solidFill>
                            <a:srgbClr val="0000FF"/>
                          </a:solidFill>
                          <a:latin typeface="Cambria Math" panose="02040503050406030204" pitchFamily="18" charset="0"/>
                        </a:rPr>
                        <m:t> </m:t>
                      </m:r>
                      <m:r>
                        <a:rPr lang="en-GB" i="1" dirty="0" smtClean="0">
                          <a:solidFill>
                            <a:srgbClr val="0000FF"/>
                          </a:solidFill>
                          <a:latin typeface="Cambria Math" panose="02040503050406030204" pitchFamily="18" charset="0"/>
                        </a:rPr>
                        <m:t>𝑑𝑒𝑓𝑒𝑐𝑡𝑖𝑣𝑒</m:t>
                      </m:r>
                      <m:r>
                        <a:rPr lang="en-GB" i="1" dirty="0" smtClean="0">
                          <a:solidFill>
                            <a:srgbClr val="0000FF"/>
                          </a:solidFill>
                          <a:latin typeface="Cambria Math" panose="02040503050406030204" pitchFamily="18" charset="0"/>
                        </a:rPr>
                        <m:t> </m:t>
                      </m:r>
                      <m:r>
                        <a:rPr lang="en-GB" b="0" i="1" dirty="0" smtClean="0">
                          <a:solidFill>
                            <a:srgbClr val="0000FF"/>
                          </a:solidFill>
                          <a:latin typeface="Cambria Math" panose="02040503050406030204" pitchFamily="18" charset="0"/>
                        </a:rPr>
                        <m:t>𝑝h𝑜𝑛𝑒𝑠</m:t>
                      </m:r>
                      <m:r>
                        <a:rPr lang="en-GB" i="1" dirty="0">
                          <a:solidFill>
                            <a:srgbClr val="0000FF"/>
                          </a:solidFill>
                          <a:latin typeface="Cambria Math" panose="02040503050406030204" pitchFamily="18" charset="0"/>
                          <a:ea typeface="Cambria Math" panose="02040503050406030204" pitchFamily="18" charset="0"/>
                        </a:rPr>
                        <m:t>≡</m:t>
                      </m:r>
                      <m:r>
                        <a:rPr lang="en-GB" i="1" dirty="0">
                          <a:solidFill>
                            <a:srgbClr val="0000FF"/>
                          </a:solidFill>
                          <a:latin typeface="Cambria Math" panose="02040503050406030204" pitchFamily="18" charset="0"/>
                          <a:ea typeface="Cambria Math" panose="02040503050406030204" pitchFamily="18" charset="0"/>
                        </a:rPr>
                        <m:t>𝑅𝑎𝑛𝑑𝑜𝑚</m:t>
                      </m:r>
                      <m:r>
                        <a:rPr lang="en-GB" i="1" dirty="0">
                          <a:solidFill>
                            <a:srgbClr val="0000FF"/>
                          </a:solidFill>
                          <a:latin typeface="Cambria Math" panose="02040503050406030204" pitchFamily="18" charset="0"/>
                          <a:ea typeface="Cambria Math" panose="02040503050406030204" pitchFamily="18" charset="0"/>
                        </a:rPr>
                        <m:t> </m:t>
                      </m:r>
                      <m:r>
                        <a:rPr lang="en-GB" i="1" dirty="0">
                          <a:solidFill>
                            <a:srgbClr val="0000FF"/>
                          </a:solidFill>
                          <a:latin typeface="Cambria Math" panose="02040503050406030204" pitchFamily="18" charset="0"/>
                          <a:ea typeface="Cambria Math" panose="02040503050406030204" pitchFamily="18" charset="0"/>
                        </a:rPr>
                        <m:t>𝑛𝑢𝑚𝑏𝑒𝑟</m:t>
                      </m:r>
                      <m:r>
                        <a:rPr lang="en-GB" i="1" dirty="0">
                          <a:solidFill>
                            <a:srgbClr val="0000FF"/>
                          </a:solidFill>
                          <a:latin typeface="Cambria Math" panose="02040503050406030204" pitchFamily="18" charset="0"/>
                          <a:ea typeface="Cambria Math" panose="02040503050406030204" pitchFamily="18" charset="0"/>
                        </a:rPr>
                        <m:t> </m:t>
                      </m:r>
                      <m:r>
                        <a:rPr lang="en-GB" i="1" dirty="0">
                          <a:solidFill>
                            <a:srgbClr val="0000FF"/>
                          </a:solidFill>
                          <a:latin typeface="Cambria Math" panose="02040503050406030204" pitchFamily="18" charset="0"/>
                          <a:ea typeface="Cambria Math" panose="02040503050406030204" pitchFamily="18" charset="0"/>
                        </a:rPr>
                        <m:t>𝑋</m:t>
                      </m:r>
                      <m:r>
                        <a:rPr lang="en-GB" i="1" dirty="0">
                          <a:solidFill>
                            <a:srgbClr val="0000FF"/>
                          </a:solidFill>
                          <a:latin typeface="Cambria Math" panose="02040503050406030204" pitchFamily="18" charset="0"/>
                          <a:ea typeface="Cambria Math" panose="02040503050406030204" pitchFamily="18" charset="0"/>
                        </a:rPr>
                        <m:t> (0,1,2,3)</m:t>
                      </m:r>
                    </m:oMath>
                  </m:oMathPara>
                </a14:m>
                <a:endParaRPr lang="en-GB" dirty="0">
                  <a:solidFill>
                    <a:srgbClr val="0000FF"/>
                  </a:solidFill>
                </a:endParaRPr>
              </a:p>
            </p:txBody>
          </p:sp>
        </mc:Choice>
        <mc:Fallback xmlns="">
          <p:sp>
            <p:nvSpPr>
              <p:cNvPr id="106" name="TextBox 105">
                <a:extLst>
                  <a:ext uri="{FF2B5EF4-FFF2-40B4-BE49-F238E27FC236}">
                    <a16:creationId xmlns:a16="http://schemas.microsoft.com/office/drawing/2014/main" id="{5DF732FF-EA99-5C85-22C6-8D38C36DDBE6}"/>
                  </a:ext>
                </a:extLst>
              </p:cNvPr>
              <p:cNvSpPr txBox="1">
                <a:spLocks noRot="1" noChangeAspect="1" noMove="1" noResize="1" noEditPoints="1" noAdjustHandles="1" noChangeArrowheads="1" noChangeShapeType="1" noTextEdit="1"/>
              </p:cNvSpPr>
              <p:nvPr/>
            </p:nvSpPr>
            <p:spPr>
              <a:xfrm>
                <a:off x="1545659" y="1808339"/>
                <a:ext cx="6366871" cy="369332"/>
              </a:xfrm>
              <a:prstGeom prst="rect">
                <a:avLst/>
              </a:prstGeom>
              <a:blipFill>
                <a:blip r:embed="rId27"/>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C6A20C8-69CA-44E9-E109-6FC19FCA43E6}"/>
                  </a:ext>
                </a:extLst>
              </p:cNvPr>
              <p:cNvSpPr txBox="1"/>
              <p:nvPr/>
            </p:nvSpPr>
            <p:spPr>
              <a:xfrm>
                <a:off x="8512088" y="1830189"/>
                <a:ext cx="17435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400" i="1">
                          <a:solidFill>
                            <a:srgbClr val="FF0000"/>
                          </a:solidFill>
                          <a:latin typeface="Cambria Math" panose="02040503050406030204" pitchFamily="18" charset="0"/>
                        </a:rPr>
                        <m:t>𝑃</m:t>
                      </m:r>
                      <m:d>
                        <m:dPr>
                          <m:ctrlPr>
                            <a:rPr lang="en-GB" sz="2400" i="1">
                              <a:solidFill>
                                <a:srgbClr val="FF0000"/>
                              </a:solidFill>
                              <a:latin typeface="Cambria Math" panose="02040503050406030204" pitchFamily="18" charset="0"/>
                            </a:rPr>
                          </m:ctrlPr>
                        </m:dPr>
                        <m:e>
                          <m:r>
                            <a:rPr lang="en-GB" sz="2400" i="1">
                              <a:solidFill>
                                <a:srgbClr val="FF0000"/>
                              </a:solidFill>
                              <a:latin typeface="Cambria Math" panose="02040503050406030204" pitchFamily="18" charset="0"/>
                            </a:rPr>
                            <m:t>𝑋</m:t>
                          </m:r>
                          <m:r>
                            <a:rPr lang="en-GB" sz="2400" i="1">
                              <a:solidFill>
                                <a:srgbClr val="FF0000"/>
                              </a:solidFill>
                              <a:latin typeface="Cambria Math" panose="02040503050406030204" pitchFamily="18" charset="0"/>
                            </a:rPr>
                            <m:t>=1</m:t>
                          </m:r>
                        </m:e>
                      </m:d>
                      <m:r>
                        <a:rPr lang="en-GB" sz="2400" i="1">
                          <a:solidFill>
                            <a:srgbClr val="FF0000"/>
                          </a:solidFill>
                          <a:latin typeface="Cambria Math" panose="02040503050406030204" pitchFamily="18" charset="0"/>
                        </a:rPr>
                        <m:t>=?</m:t>
                      </m:r>
                    </m:oMath>
                  </m:oMathPara>
                </a14:m>
                <a:endParaRPr lang="en-GB" sz="2400" dirty="0">
                  <a:solidFill>
                    <a:srgbClr val="FF0000"/>
                  </a:solidFill>
                </a:endParaRPr>
              </a:p>
            </p:txBody>
          </p:sp>
        </mc:Choice>
        <mc:Fallback xmlns="">
          <p:sp>
            <p:nvSpPr>
              <p:cNvPr id="9" name="TextBox 8">
                <a:extLst>
                  <a:ext uri="{FF2B5EF4-FFF2-40B4-BE49-F238E27FC236}">
                    <a16:creationId xmlns:a16="http://schemas.microsoft.com/office/drawing/2014/main" id="{8C6A20C8-69CA-44E9-E109-6FC19FCA43E6}"/>
                  </a:ext>
                </a:extLst>
              </p:cNvPr>
              <p:cNvSpPr txBox="1">
                <a:spLocks noRot="1" noChangeAspect="1" noMove="1" noResize="1" noEditPoints="1" noAdjustHandles="1" noChangeArrowheads="1" noChangeShapeType="1" noTextEdit="1"/>
              </p:cNvSpPr>
              <p:nvPr/>
            </p:nvSpPr>
            <p:spPr>
              <a:xfrm>
                <a:off x="8512088" y="1830189"/>
                <a:ext cx="1743554" cy="369332"/>
              </a:xfrm>
              <a:prstGeom prst="rect">
                <a:avLst/>
              </a:prstGeom>
              <a:blipFill>
                <a:blip r:embed="rId28"/>
                <a:stretch>
                  <a:fillRect l="-3623" r="-3623" b="-3333"/>
                </a:stretch>
              </a:blipFill>
            </p:spPr>
            <p:txBody>
              <a:bodyPr/>
              <a:lstStyle/>
              <a:p>
                <a:r>
                  <a:rPr lang="en-US">
                    <a:noFill/>
                  </a:rPr>
                  <a:t> </a:t>
                </a:r>
              </a:p>
            </p:txBody>
          </p:sp>
        </mc:Fallback>
      </mc:AlternateContent>
    </p:spTree>
    <p:extLst>
      <p:ext uri="{BB962C8B-B14F-4D97-AF65-F5344CB8AC3E}">
        <p14:creationId xmlns:p14="http://schemas.microsoft.com/office/powerpoint/2010/main" val="1677012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05" grpId="0"/>
      <p:bldP spid="106"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2100860-1EE4-A7D5-4002-9D55ABCAD068}"/>
              </a:ext>
            </a:extLst>
          </p:cNvPr>
          <p:cNvSpPr>
            <a:spLocks noGrp="1"/>
          </p:cNvSpPr>
          <p:nvPr>
            <p:ph type="title"/>
          </p:nvPr>
        </p:nvSpPr>
        <p:spPr>
          <a:xfrm>
            <a:off x="1535307" y="2647"/>
            <a:ext cx="7886700" cy="473067"/>
          </a:xfrm>
        </p:spPr>
        <p:txBody>
          <a:bodyPr>
            <a:normAutofit fontScale="90000"/>
          </a:bodyPr>
          <a:lstStyle/>
          <a:p>
            <a:r>
              <a:rPr lang="en-GB" sz="3000" b="1" dirty="0">
                <a:latin typeface="Arial" panose="020B0604020202020204" pitchFamily="34" charset="0"/>
                <a:cs typeface="Arial" panose="020B0604020202020204" pitchFamily="34" charset="0"/>
              </a:rPr>
              <a:t>Binomial Distribution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91EBC13-7BE5-18E6-6C01-6AC692F1781C}"/>
                  </a:ext>
                </a:extLst>
              </p:cNvPr>
              <p:cNvSpPr txBox="1"/>
              <p:nvPr/>
            </p:nvSpPr>
            <p:spPr>
              <a:xfrm>
                <a:off x="1689683" y="1958131"/>
                <a:ext cx="8793759" cy="923330"/>
              </a:xfrm>
              <a:prstGeom prst="rect">
                <a:avLst/>
              </a:prstGeom>
              <a:noFill/>
            </p:spPr>
            <p:txBody>
              <a:bodyPr wrap="square">
                <a:spAutoFit/>
              </a:bodyPr>
              <a:lstStyle/>
              <a:p>
                <a:pPr algn="just"/>
                <a14:m>
                  <m:oMath xmlns:m="http://schemas.openxmlformats.org/officeDocument/2006/math">
                    <m:r>
                      <a:rPr lang="en-GB" i="1" dirty="0" smtClean="0">
                        <a:solidFill>
                          <a:srgbClr val="0000FF"/>
                        </a:solidFill>
                        <a:latin typeface="Cambria Math" panose="02040503050406030204" pitchFamily="18" charset="0"/>
                      </a:rPr>
                      <m:t>𝑁𝑢𝑚𝑏𝑒𝑟</m:t>
                    </m:r>
                    <m:r>
                      <a:rPr lang="en-GB" i="1" dirty="0" smtClean="0">
                        <a:solidFill>
                          <a:srgbClr val="0000FF"/>
                        </a:solidFill>
                        <a:latin typeface="Cambria Math" panose="02040503050406030204" pitchFamily="18" charset="0"/>
                      </a:rPr>
                      <m:t> </m:t>
                    </m:r>
                    <m:r>
                      <a:rPr lang="en-GB" i="1" dirty="0" smtClean="0">
                        <a:solidFill>
                          <a:srgbClr val="0000FF"/>
                        </a:solidFill>
                        <a:latin typeface="Cambria Math" panose="02040503050406030204" pitchFamily="18" charset="0"/>
                      </a:rPr>
                      <m:t>𝑜𝑓</m:t>
                    </m:r>
                    <m:r>
                      <a:rPr lang="en-GB" i="1" dirty="0" smtClean="0">
                        <a:solidFill>
                          <a:srgbClr val="0000FF"/>
                        </a:solidFill>
                        <a:latin typeface="Cambria Math" panose="02040503050406030204" pitchFamily="18" charset="0"/>
                      </a:rPr>
                      <m:t> </m:t>
                    </m:r>
                    <m:r>
                      <a:rPr lang="en-GB" i="1" dirty="0" smtClean="0">
                        <a:solidFill>
                          <a:srgbClr val="0000FF"/>
                        </a:solidFill>
                        <a:latin typeface="Cambria Math" panose="02040503050406030204" pitchFamily="18" charset="0"/>
                      </a:rPr>
                      <m:t>𝑑𝑒𝑓𝑒𝑐𝑡𝑖𝑣𝑒</m:t>
                    </m:r>
                    <m:r>
                      <a:rPr lang="en-GB" i="1" dirty="0" smtClean="0">
                        <a:solidFill>
                          <a:srgbClr val="0000FF"/>
                        </a:solidFill>
                        <a:latin typeface="Cambria Math" panose="02040503050406030204" pitchFamily="18" charset="0"/>
                      </a:rPr>
                      <m:t> </m:t>
                    </m:r>
                    <m:r>
                      <a:rPr lang="en-GB" b="0" i="1" dirty="0" smtClean="0">
                        <a:solidFill>
                          <a:srgbClr val="0000FF"/>
                        </a:solidFill>
                        <a:latin typeface="Cambria Math" panose="02040503050406030204" pitchFamily="18" charset="0"/>
                      </a:rPr>
                      <m:t>𝑝h𝑜𝑛𝑒𝑠</m:t>
                    </m:r>
                    <m:r>
                      <a:rPr lang="en-GB" i="1" dirty="0">
                        <a:solidFill>
                          <a:srgbClr val="0000FF"/>
                        </a:solidFill>
                        <a:latin typeface="Cambria Math" panose="02040503050406030204" pitchFamily="18" charset="0"/>
                        <a:ea typeface="Cambria Math" panose="02040503050406030204" pitchFamily="18" charset="0"/>
                      </a:rPr>
                      <m:t>≡</m:t>
                    </m:r>
                    <m:r>
                      <a:rPr lang="en-GB" i="1" dirty="0">
                        <a:solidFill>
                          <a:srgbClr val="0000FF"/>
                        </a:solidFill>
                        <a:latin typeface="Cambria Math" panose="02040503050406030204" pitchFamily="18" charset="0"/>
                        <a:ea typeface="Cambria Math" panose="02040503050406030204" pitchFamily="18" charset="0"/>
                      </a:rPr>
                      <m:t>𝑅𝑎𝑛𝑑𝑜𝑚</m:t>
                    </m:r>
                    <m:r>
                      <a:rPr lang="en-GB" i="1" dirty="0">
                        <a:solidFill>
                          <a:srgbClr val="0000FF"/>
                        </a:solidFill>
                        <a:latin typeface="Cambria Math" panose="02040503050406030204" pitchFamily="18" charset="0"/>
                        <a:ea typeface="Cambria Math" panose="02040503050406030204" pitchFamily="18" charset="0"/>
                      </a:rPr>
                      <m:t> </m:t>
                    </m:r>
                    <m:r>
                      <a:rPr lang="en-GB" i="1" dirty="0">
                        <a:solidFill>
                          <a:srgbClr val="0000FF"/>
                        </a:solidFill>
                        <a:latin typeface="Cambria Math" panose="02040503050406030204" pitchFamily="18" charset="0"/>
                        <a:ea typeface="Cambria Math" panose="02040503050406030204" pitchFamily="18" charset="0"/>
                      </a:rPr>
                      <m:t>𝑛𝑢𝑚𝑏𝑒𝑟</m:t>
                    </m:r>
                    <m:r>
                      <a:rPr lang="en-GB" i="1" dirty="0">
                        <a:solidFill>
                          <a:srgbClr val="0000FF"/>
                        </a:solidFill>
                        <a:latin typeface="Cambria Math" panose="02040503050406030204" pitchFamily="18" charset="0"/>
                        <a:ea typeface="Cambria Math" panose="02040503050406030204" pitchFamily="18" charset="0"/>
                      </a:rPr>
                      <m:t> </m:t>
                    </m:r>
                    <m:r>
                      <a:rPr lang="en-GB" i="1" dirty="0">
                        <a:solidFill>
                          <a:srgbClr val="0000FF"/>
                        </a:solidFill>
                        <a:latin typeface="Cambria Math" panose="02040503050406030204" pitchFamily="18" charset="0"/>
                        <a:ea typeface="Cambria Math" panose="02040503050406030204" pitchFamily="18" charset="0"/>
                      </a:rPr>
                      <m:t>𝑋</m:t>
                    </m:r>
                    <m:r>
                      <a:rPr lang="en-GB" i="1" dirty="0">
                        <a:solidFill>
                          <a:srgbClr val="0000FF"/>
                        </a:solidFill>
                        <a:latin typeface="Cambria Math" panose="02040503050406030204" pitchFamily="18" charset="0"/>
                        <a:ea typeface="Cambria Math" panose="02040503050406030204" pitchFamily="18" charset="0"/>
                      </a:rPr>
                      <m:t> (0,1,2,3)</m:t>
                    </m:r>
                  </m:oMath>
                </a14:m>
                <a:r>
                  <a:rPr lang="en-GB" dirty="0">
                    <a:solidFill>
                      <a:srgbClr val="0000FF"/>
                    </a:solidFill>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will follow Binomial distribution</a:t>
                </a:r>
              </a:p>
              <a:p>
                <a:pPr algn="just"/>
                <a:endParaRPr lang="en-GB"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991EBC13-7BE5-18E6-6C01-6AC692F1781C}"/>
                  </a:ext>
                </a:extLst>
              </p:cNvPr>
              <p:cNvSpPr txBox="1">
                <a:spLocks noRot="1" noChangeAspect="1" noMove="1" noResize="1" noEditPoints="1" noAdjustHandles="1" noChangeArrowheads="1" noChangeShapeType="1" noTextEdit="1"/>
              </p:cNvSpPr>
              <p:nvPr/>
            </p:nvSpPr>
            <p:spPr>
              <a:xfrm>
                <a:off x="1689683" y="1958131"/>
                <a:ext cx="8793759" cy="923330"/>
              </a:xfrm>
              <a:prstGeom prst="rect">
                <a:avLst/>
              </a:prstGeom>
              <a:blipFill>
                <a:blip r:embed="rId2"/>
                <a:stretch>
                  <a:fillRect l="-432" t="-2703" r="-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CB8B03D-D12D-70B8-E71E-2FD045AE2977}"/>
                  </a:ext>
                </a:extLst>
              </p:cNvPr>
              <p:cNvSpPr txBox="1"/>
              <p:nvPr/>
            </p:nvSpPr>
            <p:spPr>
              <a:xfrm>
                <a:off x="5478657" y="3048294"/>
                <a:ext cx="3869649" cy="7351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800" i="1" smtClean="0">
                          <a:latin typeface="Cambria Math" panose="02040503050406030204" pitchFamily="18" charset="0"/>
                        </a:rPr>
                        <m:t>𝑃</m:t>
                      </m:r>
                      <m:d>
                        <m:dPr>
                          <m:ctrlPr>
                            <a:rPr lang="en-GB" sz="2800" i="1">
                              <a:latin typeface="Cambria Math" panose="02040503050406030204" pitchFamily="18" charset="0"/>
                            </a:rPr>
                          </m:ctrlPr>
                        </m:dPr>
                        <m:e>
                          <m:r>
                            <a:rPr lang="en-GB" sz="2800" i="1">
                              <a:latin typeface="Cambria Math" panose="02040503050406030204" pitchFamily="18" charset="0"/>
                            </a:rPr>
                            <m:t>𝑋</m:t>
                          </m:r>
                          <m:r>
                            <a:rPr lang="en-GB" sz="2800" i="1">
                              <a:latin typeface="Cambria Math" panose="02040503050406030204" pitchFamily="18" charset="0"/>
                            </a:rPr>
                            <m:t>=</m:t>
                          </m:r>
                          <m:r>
                            <a:rPr lang="en-GB" sz="2800" i="1">
                              <a:latin typeface="Cambria Math" panose="02040503050406030204" pitchFamily="18" charset="0"/>
                            </a:rPr>
                            <m:t>𝑘</m:t>
                          </m:r>
                        </m:e>
                      </m:d>
                      <m:r>
                        <a:rPr lang="en-GB" sz="2800" i="1">
                          <a:latin typeface="Cambria Math" panose="02040503050406030204" pitchFamily="18" charset="0"/>
                        </a:rPr>
                        <m:t>=</m:t>
                      </m:r>
                      <m:d>
                        <m:dPr>
                          <m:ctrlPr>
                            <a:rPr lang="en-GB" sz="2800" i="1" smtClean="0">
                              <a:latin typeface="Cambria Math" panose="02040503050406030204" pitchFamily="18" charset="0"/>
                            </a:rPr>
                          </m:ctrlPr>
                        </m:dPr>
                        <m:e>
                          <m:f>
                            <m:fPr>
                              <m:type m:val="noBar"/>
                              <m:ctrlPr>
                                <a:rPr lang="en-GB" sz="2800" i="1" smtClean="0">
                                  <a:latin typeface="Cambria Math" panose="02040503050406030204" pitchFamily="18" charset="0"/>
                                </a:rPr>
                              </m:ctrlPr>
                            </m:fPr>
                            <m:num>
                              <m:r>
                                <a:rPr lang="en-GB" sz="2800" b="0" i="1" smtClean="0">
                                  <a:latin typeface="Cambria Math" panose="02040503050406030204" pitchFamily="18" charset="0"/>
                                </a:rPr>
                                <m:t>𝑛</m:t>
                              </m:r>
                            </m:num>
                            <m:den>
                              <m:r>
                                <a:rPr lang="en-GB" sz="2800" b="0" i="1" smtClean="0">
                                  <a:latin typeface="Cambria Math" panose="02040503050406030204" pitchFamily="18" charset="0"/>
                                </a:rPr>
                                <m:t>𝑘</m:t>
                              </m:r>
                            </m:den>
                          </m:f>
                        </m:e>
                      </m:d>
                      <m:sSup>
                        <m:sSupPr>
                          <m:ctrlPr>
                            <a:rPr lang="en-GB" sz="2800" i="1">
                              <a:latin typeface="Cambria Math" panose="02040503050406030204" pitchFamily="18" charset="0"/>
                            </a:rPr>
                          </m:ctrlPr>
                        </m:sSupPr>
                        <m:e>
                          <m:r>
                            <a:rPr lang="en-GB" sz="2800" i="1">
                              <a:latin typeface="Cambria Math" panose="02040503050406030204" pitchFamily="18" charset="0"/>
                            </a:rPr>
                            <m:t>𝑝</m:t>
                          </m:r>
                        </m:e>
                        <m:sup>
                          <m:r>
                            <a:rPr lang="en-GB" sz="2800" i="1">
                              <a:latin typeface="Cambria Math" panose="02040503050406030204" pitchFamily="18" charset="0"/>
                            </a:rPr>
                            <m:t>𝑘</m:t>
                          </m:r>
                        </m:sup>
                      </m:sSup>
                      <m:sSup>
                        <m:sSupPr>
                          <m:ctrlPr>
                            <a:rPr lang="en-GB" sz="2800" i="1">
                              <a:latin typeface="Cambria Math" panose="02040503050406030204" pitchFamily="18" charset="0"/>
                            </a:rPr>
                          </m:ctrlPr>
                        </m:sSupPr>
                        <m:e>
                          <m:r>
                            <a:rPr lang="en-GB" sz="2800" i="1">
                              <a:latin typeface="Cambria Math" panose="02040503050406030204" pitchFamily="18" charset="0"/>
                            </a:rPr>
                            <m:t>𝑞</m:t>
                          </m:r>
                        </m:e>
                        <m:sup>
                          <m:r>
                            <a:rPr lang="en-GB" sz="2800" i="1">
                              <a:latin typeface="Cambria Math" panose="02040503050406030204" pitchFamily="18" charset="0"/>
                            </a:rPr>
                            <m:t>𝑛</m:t>
                          </m:r>
                          <m:r>
                            <a:rPr lang="en-GB" sz="2800" i="1">
                              <a:latin typeface="Cambria Math" panose="02040503050406030204" pitchFamily="18" charset="0"/>
                            </a:rPr>
                            <m:t>−</m:t>
                          </m:r>
                          <m:r>
                            <a:rPr lang="en-GB" sz="2800" i="1">
                              <a:latin typeface="Cambria Math" panose="02040503050406030204" pitchFamily="18" charset="0"/>
                            </a:rPr>
                            <m:t>𝑘</m:t>
                          </m:r>
                        </m:sup>
                      </m:sSup>
                    </m:oMath>
                  </m:oMathPara>
                </a14:m>
                <a:endParaRPr lang="en-GB" sz="2800" dirty="0"/>
              </a:p>
            </p:txBody>
          </p:sp>
        </mc:Choice>
        <mc:Fallback xmlns="">
          <p:sp>
            <p:nvSpPr>
              <p:cNvPr id="9" name="TextBox 8">
                <a:extLst>
                  <a:ext uri="{FF2B5EF4-FFF2-40B4-BE49-F238E27FC236}">
                    <a16:creationId xmlns:a16="http://schemas.microsoft.com/office/drawing/2014/main" id="{BCB8B03D-D12D-70B8-E71E-2FD045AE2977}"/>
                  </a:ext>
                </a:extLst>
              </p:cNvPr>
              <p:cNvSpPr txBox="1">
                <a:spLocks noRot="1" noChangeAspect="1" noMove="1" noResize="1" noEditPoints="1" noAdjustHandles="1" noChangeArrowheads="1" noChangeShapeType="1" noTextEdit="1"/>
              </p:cNvSpPr>
              <p:nvPr/>
            </p:nvSpPr>
            <p:spPr>
              <a:xfrm>
                <a:off x="5478657" y="3048294"/>
                <a:ext cx="3869649" cy="735138"/>
              </a:xfrm>
              <a:prstGeom prst="rect">
                <a:avLst/>
              </a:prstGeom>
              <a:blipFill>
                <a:blip r:embed="rId3"/>
                <a:stretch>
                  <a:fillRect l="-327" b="-152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C4C51E9-EEF0-42D9-F1A7-6284564A6348}"/>
                  </a:ext>
                </a:extLst>
              </p:cNvPr>
              <p:cNvSpPr txBox="1"/>
              <p:nvPr/>
            </p:nvSpPr>
            <p:spPr>
              <a:xfrm>
                <a:off x="2587449" y="3586280"/>
                <a:ext cx="1326645" cy="2400657"/>
              </a:xfrm>
              <a:prstGeom prst="rect">
                <a:avLst/>
              </a:prstGeom>
              <a:noFill/>
            </p:spPr>
            <p:txBody>
              <a:bodyPr wrap="none" rtlCol="0">
                <a:spAutoFit/>
              </a:bodyPr>
              <a:lstStyle/>
              <a:p>
                <a:pPr>
                  <a:spcAft>
                    <a:spcPts val="1200"/>
                  </a:spcAft>
                </a:pPr>
                <a14:m>
                  <m:oMathPara xmlns:m="http://schemas.openxmlformats.org/officeDocument/2006/math">
                    <m:oMathParaPr>
                      <m:jc m:val="centerGroup"/>
                    </m:oMathParaPr>
                    <m:oMath xmlns:m="http://schemas.openxmlformats.org/officeDocument/2006/math">
                      <m:r>
                        <a:rPr lang="en-GB" sz="2000" i="1" dirty="0">
                          <a:latin typeface="Cambria Math" panose="02040503050406030204" pitchFamily="18" charset="0"/>
                        </a:rPr>
                        <m:t>𝑛</m:t>
                      </m:r>
                      <m:r>
                        <a:rPr lang="en-GB" sz="2000" i="1" dirty="0">
                          <a:latin typeface="Cambria Math" panose="02040503050406030204" pitchFamily="18" charset="0"/>
                        </a:rPr>
                        <m:t>=3 </m:t>
                      </m:r>
                    </m:oMath>
                  </m:oMathPara>
                </a14:m>
                <a:endParaRPr lang="en-GB" sz="2000" dirty="0"/>
              </a:p>
              <a:p>
                <a:pPr>
                  <a:spcAft>
                    <a:spcPts val="1200"/>
                  </a:spcAft>
                </a:pPr>
                <a14:m>
                  <m:oMathPara xmlns:m="http://schemas.openxmlformats.org/officeDocument/2006/math">
                    <m:oMathParaPr>
                      <m:jc m:val="centerGroup"/>
                    </m:oMathParaPr>
                    <m:oMath xmlns:m="http://schemas.openxmlformats.org/officeDocument/2006/math">
                      <m:r>
                        <a:rPr lang="en-GB" sz="2000" i="1" dirty="0">
                          <a:latin typeface="Cambria Math" panose="02040503050406030204" pitchFamily="18" charset="0"/>
                        </a:rPr>
                        <m:t>𝑝</m:t>
                      </m:r>
                      <m:r>
                        <a:rPr lang="en-GB" sz="2000" i="1" dirty="0">
                          <a:latin typeface="Cambria Math" panose="02040503050406030204" pitchFamily="18" charset="0"/>
                        </a:rPr>
                        <m:t>=0.05 </m:t>
                      </m:r>
                    </m:oMath>
                  </m:oMathPara>
                </a14:m>
                <a:endParaRPr lang="en-GB" sz="2000" dirty="0"/>
              </a:p>
              <a:p>
                <a:pPr>
                  <a:spcAft>
                    <a:spcPts val="1200"/>
                  </a:spcAft>
                </a:pPr>
                <a14:m>
                  <m:oMathPara xmlns:m="http://schemas.openxmlformats.org/officeDocument/2006/math">
                    <m:oMathParaPr>
                      <m:jc m:val="centerGroup"/>
                    </m:oMathParaPr>
                    <m:oMath xmlns:m="http://schemas.openxmlformats.org/officeDocument/2006/math">
                      <m:r>
                        <a:rPr lang="en-GB" sz="2000" i="1" dirty="0">
                          <a:latin typeface="Cambria Math" panose="02040503050406030204" pitchFamily="18" charset="0"/>
                        </a:rPr>
                        <m:t>𝑞</m:t>
                      </m:r>
                      <m:r>
                        <a:rPr lang="en-GB" sz="2000" i="1" dirty="0">
                          <a:latin typeface="Cambria Math" panose="02040503050406030204" pitchFamily="18" charset="0"/>
                        </a:rPr>
                        <m:t>=0.95 </m:t>
                      </m:r>
                    </m:oMath>
                  </m:oMathPara>
                </a14:m>
                <a:endParaRPr lang="en-GB" sz="2000" dirty="0"/>
              </a:p>
              <a:p>
                <a:pPr>
                  <a:spcAft>
                    <a:spcPts val="1200"/>
                  </a:spcAft>
                </a:pPr>
                <a14:m>
                  <m:oMathPara xmlns:m="http://schemas.openxmlformats.org/officeDocument/2006/math">
                    <m:oMathParaPr>
                      <m:jc m:val="centerGroup"/>
                    </m:oMathParaPr>
                    <m:oMath xmlns:m="http://schemas.openxmlformats.org/officeDocument/2006/math">
                      <m:r>
                        <a:rPr lang="en-GB" sz="2000" i="1" dirty="0">
                          <a:latin typeface="Cambria Math" panose="02040503050406030204" pitchFamily="18" charset="0"/>
                        </a:rPr>
                        <m:t>𝑘</m:t>
                      </m:r>
                      <m:r>
                        <a:rPr lang="en-GB" sz="2000" i="1" dirty="0">
                          <a:latin typeface="Cambria Math" panose="02040503050406030204" pitchFamily="18" charset="0"/>
                        </a:rPr>
                        <m:t>=1 </m:t>
                      </m:r>
                    </m:oMath>
                  </m:oMathPara>
                </a14:m>
                <a:endParaRPr lang="en-GB" sz="2000" dirty="0"/>
              </a:p>
              <a:p>
                <a:pPr>
                  <a:spcAft>
                    <a:spcPts val="1200"/>
                  </a:spcAft>
                </a:pPr>
                <a14:m>
                  <m:oMathPara xmlns:m="http://schemas.openxmlformats.org/officeDocument/2006/math">
                    <m:oMathParaPr>
                      <m:jc m:val="centerGroup"/>
                    </m:oMathParaPr>
                    <m:oMath xmlns:m="http://schemas.openxmlformats.org/officeDocument/2006/math">
                      <m:r>
                        <a:rPr lang="en-GB" sz="2000" i="1" dirty="0">
                          <a:latin typeface="Cambria Math" panose="02040503050406030204" pitchFamily="18" charset="0"/>
                        </a:rPr>
                        <m:t>𝑛</m:t>
                      </m:r>
                      <m:r>
                        <a:rPr lang="en-GB" sz="2000" i="1" dirty="0">
                          <a:latin typeface="Cambria Math" panose="02040503050406030204" pitchFamily="18" charset="0"/>
                        </a:rPr>
                        <m:t>−</m:t>
                      </m:r>
                      <m:r>
                        <a:rPr lang="en-GB" sz="2000" i="1" dirty="0">
                          <a:latin typeface="Cambria Math" panose="02040503050406030204" pitchFamily="18" charset="0"/>
                        </a:rPr>
                        <m:t>𝑘</m:t>
                      </m:r>
                      <m:r>
                        <a:rPr lang="en-GB" sz="2000" i="1" dirty="0">
                          <a:latin typeface="Cambria Math" panose="02040503050406030204" pitchFamily="18" charset="0"/>
                        </a:rPr>
                        <m:t>=2</m:t>
                      </m:r>
                    </m:oMath>
                  </m:oMathPara>
                </a14:m>
                <a:endParaRPr lang="en-GB" sz="2000" dirty="0"/>
              </a:p>
            </p:txBody>
          </p:sp>
        </mc:Choice>
        <mc:Fallback xmlns="">
          <p:sp>
            <p:nvSpPr>
              <p:cNvPr id="10" name="TextBox 9">
                <a:extLst>
                  <a:ext uri="{FF2B5EF4-FFF2-40B4-BE49-F238E27FC236}">
                    <a16:creationId xmlns:a16="http://schemas.microsoft.com/office/drawing/2014/main" id="{6C4C51E9-EEF0-42D9-F1A7-6284564A6348}"/>
                  </a:ext>
                </a:extLst>
              </p:cNvPr>
              <p:cNvSpPr txBox="1">
                <a:spLocks noRot="1" noChangeAspect="1" noMove="1" noResize="1" noEditPoints="1" noAdjustHandles="1" noChangeArrowheads="1" noChangeShapeType="1" noTextEdit="1"/>
              </p:cNvSpPr>
              <p:nvPr/>
            </p:nvSpPr>
            <p:spPr>
              <a:xfrm>
                <a:off x="2587449" y="3586280"/>
                <a:ext cx="1326645" cy="240065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C85901E-9A0C-DAB5-EB29-BDDB6EF806C8}"/>
                  </a:ext>
                </a:extLst>
              </p:cNvPr>
              <p:cNvSpPr txBox="1"/>
              <p:nvPr/>
            </p:nvSpPr>
            <p:spPr>
              <a:xfrm>
                <a:off x="1310081" y="5986936"/>
                <a:ext cx="4626528" cy="6619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f>
                            <m:fPr>
                              <m:type m:val="noBar"/>
                              <m:ctrlPr>
                                <a:rPr lang="en-GB"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1</m:t>
                              </m:r>
                            </m:den>
                          </m:f>
                        </m:e>
                      </m:d>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1!</m:t>
                          </m:r>
                          <m:d>
                            <m:dPr>
                              <m:ctrlPr>
                                <a:rPr lang="en-GB" i="1">
                                  <a:latin typeface="Cambria Math" panose="02040503050406030204" pitchFamily="18" charset="0"/>
                                </a:rPr>
                              </m:ctrlPr>
                            </m:dPr>
                            <m:e>
                              <m:r>
                                <a:rPr lang="en-GB" i="1">
                                  <a:latin typeface="Cambria Math" panose="02040503050406030204" pitchFamily="18" charset="0"/>
                                </a:rPr>
                                <m:t>3−1</m:t>
                              </m:r>
                            </m:e>
                          </m:d>
                          <m:r>
                            <a:rPr lang="en-GB" i="1">
                              <a:latin typeface="Cambria Math" panose="02040503050406030204" pitchFamily="18" charset="0"/>
                            </a:rPr>
                            <m:t>!</m:t>
                          </m:r>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r>
                            <a:rPr lang="en-GB" i="1">
                              <a:latin typeface="Cambria Math" panose="02040503050406030204" pitchFamily="18" charset="0"/>
                              <a:ea typeface="Cambria Math" panose="02040503050406030204" pitchFamily="18" charset="0"/>
                            </a:rPr>
                            <m:t>×2×1</m:t>
                          </m:r>
                        </m:num>
                        <m:den>
                          <m:r>
                            <a:rPr lang="en-GB" i="1">
                              <a:latin typeface="Cambria Math" panose="02040503050406030204" pitchFamily="18" charset="0"/>
                            </a:rPr>
                            <m:t>1</m:t>
                          </m:r>
                          <m:r>
                            <a:rPr lang="en-GB" i="1">
                              <a:latin typeface="Cambria Math" panose="02040503050406030204" pitchFamily="18" charset="0"/>
                              <a:ea typeface="Cambria Math" panose="02040503050406030204" pitchFamily="18" charset="0"/>
                            </a:rPr>
                            <m:t>×(2×1)</m:t>
                          </m:r>
                        </m:den>
                      </m:f>
                      <m:r>
                        <a:rPr lang="en-GB" i="1">
                          <a:latin typeface="Cambria Math" panose="02040503050406030204" pitchFamily="18" charset="0"/>
                        </a:rPr>
                        <m:t>=3</m:t>
                      </m:r>
                    </m:oMath>
                  </m:oMathPara>
                </a14:m>
                <a:endParaRPr lang="en-GB" dirty="0"/>
              </a:p>
            </p:txBody>
          </p:sp>
        </mc:Choice>
        <mc:Fallback xmlns="">
          <p:sp>
            <p:nvSpPr>
              <p:cNvPr id="13" name="TextBox 12">
                <a:extLst>
                  <a:ext uri="{FF2B5EF4-FFF2-40B4-BE49-F238E27FC236}">
                    <a16:creationId xmlns:a16="http://schemas.microsoft.com/office/drawing/2014/main" id="{5C85901E-9A0C-DAB5-EB29-BDDB6EF806C8}"/>
                  </a:ext>
                </a:extLst>
              </p:cNvPr>
              <p:cNvSpPr txBox="1">
                <a:spLocks noRot="1" noChangeAspect="1" noMove="1" noResize="1" noEditPoints="1" noAdjustHandles="1" noChangeArrowheads="1" noChangeShapeType="1" noTextEdit="1"/>
              </p:cNvSpPr>
              <p:nvPr/>
            </p:nvSpPr>
            <p:spPr>
              <a:xfrm>
                <a:off x="1310081" y="5986936"/>
                <a:ext cx="4626528" cy="661912"/>
              </a:xfrm>
              <a:prstGeom prst="rect">
                <a:avLst/>
              </a:prstGeom>
              <a:blipFill>
                <a:blip r:embed="rId5"/>
                <a:stretch>
                  <a:fillRect b="-7547"/>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F226A927-5131-7A0D-AAE4-10D822FDA78E}"/>
              </a:ext>
            </a:extLst>
          </p:cNvPr>
          <p:cNvSpPr txBox="1"/>
          <p:nvPr/>
        </p:nvSpPr>
        <p:spPr>
          <a:xfrm>
            <a:off x="1689684" y="533152"/>
            <a:ext cx="8793759" cy="1323439"/>
          </a:xfrm>
          <a:prstGeom prst="rect">
            <a:avLst/>
          </a:prstGeom>
          <a:noFill/>
        </p:spPr>
        <p:txBody>
          <a:bodyPr wrap="square">
            <a:spAutoFit/>
          </a:bodyPr>
          <a:lstStyle/>
          <a:p>
            <a:pPr algn="just"/>
            <a:r>
              <a:rPr lang="en-GB" sz="2000" dirty="0">
                <a:latin typeface="Arial" panose="020B0604020202020204" pitchFamily="34" charset="0"/>
                <a:cs typeface="Arial" panose="020B0604020202020204" pitchFamily="34" charset="0"/>
              </a:rPr>
              <a:t>Five percent of all smart phones manufactured by a large electronics company are defective. A quality control inspector randomly selects three smart phones from the production line. What is the probability that exactly one of these three smart phones is defective?</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4A18A55-6B64-272B-DA3B-FD3B01A5A715}"/>
                  </a:ext>
                </a:extLst>
              </p:cNvPr>
              <p:cNvSpPr txBox="1"/>
              <p:nvPr/>
            </p:nvSpPr>
            <p:spPr>
              <a:xfrm>
                <a:off x="5157905" y="4686608"/>
                <a:ext cx="5200591" cy="1557221"/>
              </a:xfrm>
              <a:prstGeom prst="rect">
                <a:avLst/>
              </a:prstGeom>
              <a:noFill/>
            </p:spPr>
            <p:txBody>
              <a:bodyPr wrap="none" lIns="0" tIns="0" rIns="0" bIns="0" rtlCol="0">
                <a:spAutoFit/>
              </a:bodyPr>
              <a:lstStyle/>
              <a:p>
                <a:pPr>
                  <a:spcAft>
                    <a:spcPts val="1200"/>
                  </a:spcAft>
                </a:pPr>
                <a14:m>
                  <m:oMathPara xmlns:m="http://schemas.openxmlformats.org/officeDocument/2006/math">
                    <m:oMathParaPr>
                      <m:jc m:val="centerGroup"/>
                    </m:oMathParaPr>
                    <m:oMath xmlns:m="http://schemas.openxmlformats.org/officeDocument/2006/math">
                      <m:r>
                        <a:rPr lang="en-GB" sz="2800" i="1" smtClean="0">
                          <a:latin typeface="Cambria Math" panose="02040503050406030204" pitchFamily="18" charset="0"/>
                        </a:rPr>
                        <m:t>𝑃</m:t>
                      </m:r>
                      <m:d>
                        <m:dPr>
                          <m:ctrlPr>
                            <a:rPr lang="en-GB" sz="2800" i="1">
                              <a:latin typeface="Cambria Math" panose="02040503050406030204" pitchFamily="18" charset="0"/>
                            </a:rPr>
                          </m:ctrlPr>
                        </m:dPr>
                        <m:e>
                          <m:r>
                            <a:rPr lang="en-GB" sz="2800" i="1">
                              <a:latin typeface="Cambria Math" panose="02040503050406030204" pitchFamily="18" charset="0"/>
                            </a:rPr>
                            <m:t>𝑋</m:t>
                          </m:r>
                          <m:r>
                            <a:rPr lang="en-GB" sz="2800" i="1">
                              <a:latin typeface="Cambria Math" panose="02040503050406030204" pitchFamily="18" charset="0"/>
                            </a:rPr>
                            <m:t>=1</m:t>
                          </m:r>
                        </m:e>
                      </m:d>
                      <m:r>
                        <a:rPr lang="en-GB" sz="2800" i="1">
                          <a:latin typeface="Cambria Math" panose="02040503050406030204" pitchFamily="18" charset="0"/>
                        </a:rPr>
                        <m:t>=</m:t>
                      </m:r>
                      <m:d>
                        <m:dPr>
                          <m:ctrlPr>
                            <a:rPr lang="en-GB" sz="2800" i="1" smtClean="0">
                              <a:latin typeface="Cambria Math" panose="02040503050406030204" pitchFamily="18" charset="0"/>
                            </a:rPr>
                          </m:ctrlPr>
                        </m:dPr>
                        <m:e>
                          <m:f>
                            <m:fPr>
                              <m:type m:val="noBar"/>
                              <m:ctrlPr>
                                <a:rPr lang="en-GB" sz="2800" i="1" smtClean="0">
                                  <a:latin typeface="Cambria Math" panose="02040503050406030204" pitchFamily="18" charset="0"/>
                                </a:rPr>
                              </m:ctrlPr>
                            </m:fPr>
                            <m:num>
                              <m:r>
                                <a:rPr lang="en-GB" sz="2800" b="0" i="1" smtClean="0">
                                  <a:latin typeface="Cambria Math" panose="02040503050406030204" pitchFamily="18" charset="0"/>
                                </a:rPr>
                                <m:t>3</m:t>
                              </m:r>
                            </m:num>
                            <m:den>
                              <m:r>
                                <a:rPr lang="en-GB" sz="2800" b="0" i="1" smtClean="0">
                                  <a:latin typeface="Cambria Math" panose="02040503050406030204" pitchFamily="18" charset="0"/>
                                </a:rPr>
                                <m:t>1</m:t>
                              </m:r>
                            </m:den>
                          </m:f>
                        </m:e>
                      </m:d>
                      <m:sSup>
                        <m:sSupPr>
                          <m:ctrlPr>
                            <a:rPr lang="en-GB" sz="2800" i="1">
                              <a:latin typeface="Cambria Math" panose="02040503050406030204" pitchFamily="18" charset="0"/>
                            </a:rPr>
                          </m:ctrlPr>
                        </m:sSupPr>
                        <m:e>
                          <m:sSup>
                            <m:sSupPr>
                              <m:ctrlPr>
                                <a:rPr lang="en-GB" sz="2800" i="1" smtClean="0">
                                  <a:latin typeface="Cambria Math" panose="02040503050406030204" pitchFamily="18" charset="0"/>
                                </a:rPr>
                              </m:ctrlPr>
                            </m:sSupPr>
                            <m:e>
                              <m:r>
                                <a:rPr lang="en-GB" sz="2800" b="0" i="1" smtClean="0">
                                  <a:latin typeface="Cambria Math" panose="02040503050406030204" pitchFamily="18" charset="0"/>
                                </a:rPr>
                                <m:t>(0.05)</m:t>
                              </m:r>
                            </m:e>
                            <m:sup>
                              <m:r>
                                <a:rPr lang="en-GB" sz="2800" b="0" i="1" smtClean="0">
                                  <a:latin typeface="Cambria Math" panose="02040503050406030204" pitchFamily="18" charset="0"/>
                                </a:rPr>
                                <m:t>1</m:t>
                              </m:r>
                            </m:sup>
                          </m:sSup>
                          <m:r>
                            <a:rPr lang="en-GB" sz="2800" i="1">
                              <a:latin typeface="Cambria Math" panose="02040503050406030204" pitchFamily="18" charset="0"/>
                            </a:rPr>
                            <m:t>(0.95)</m:t>
                          </m:r>
                        </m:e>
                        <m:sup>
                          <m:r>
                            <a:rPr lang="en-GB" sz="2800" i="1">
                              <a:latin typeface="Cambria Math" panose="02040503050406030204" pitchFamily="18" charset="0"/>
                            </a:rPr>
                            <m:t>3−1</m:t>
                          </m:r>
                        </m:sup>
                      </m:sSup>
                    </m:oMath>
                  </m:oMathPara>
                </a14:m>
                <a:endParaRPr lang="en-GB" sz="2800" i="1" dirty="0">
                  <a:latin typeface="Cambria Math" panose="02040503050406030204" pitchFamily="18" charset="0"/>
                </a:endParaRPr>
              </a:p>
              <a:p>
                <a:pPr>
                  <a:spcAft>
                    <a:spcPts val="1200"/>
                  </a:spcAft>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m:t>
                      </m:r>
                      <m:d>
                        <m:dPr>
                          <m:ctrlPr>
                            <a:rPr lang="en-GB" sz="2800" i="1">
                              <a:latin typeface="Cambria Math" panose="02040503050406030204" pitchFamily="18" charset="0"/>
                            </a:rPr>
                          </m:ctrlPr>
                        </m:dPr>
                        <m:e>
                          <m:r>
                            <a:rPr lang="en-GB" sz="2800" i="1">
                              <a:latin typeface="Cambria Math" panose="02040503050406030204" pitchFamily="18" charset="0"/>
                            </a:rPr>
                            <m:t>3</m:t>
                          </m:r>
                        </m:e>
                      </m:d>
                      <m:d>
                        <m:dPr>
                          <m:ctrlPr>
                            <a:rPr lang="en-GB" sz="2800" i="1">
                              <a:latin typeface="Cambria Math" panose="02040503050406030204" pitchFamily="18" charset="0"/>
                            </a:rPr>
                          </m:ctrlPr>
                        </m:dPr>
                        <m:e>
                          <m:r>
                            <a:rPr lang="en-GB" sz="2800" i="1">
                              <a:latin typeface="Cambria Math" panose="02040503050406030204" pitchFamily="18" charset="0"/>
                            </a:rPr>
                            <m:t>0.</m:t>
                          </m:r>
                          <m:r>
                            <a:rPr lang="en-GB" sz="2800" b="0" i="1" smtClean="0">
                              <a:latin typeface="Cambria Math" panose="02040503050406030204" pitchFamily="18" charset="0"/>
                            </a:rPr>
                            <m:t>0</m:t>
                          </m:r>
                          <m:r>
                            <a:rPr lang="en-GB" sz="2800" i="1">
                              <a:latin typeface="Cambria Math" panose="02040503050406030204" pitchFamily="18" charset="0"/>
                            </a:rPr>
                            <m:t>5</m:t>
                          </m:r>
                        </m:e>
                      </m:d>
                      <m:d>
                        <m:dPr>
                          <m:ctrlPr>
                            <a:rPr lang="en-GB" sz="2800" i="1">
                              <a:latin typeface="Cambria Math" panose="02040503050406030204" pitchFamily="18" charset="0"/>
                            </a:rPr>
                          </m:ctrlPr>
                        </m:dPr>
                        <m:e>
                          <m:r>
                            <a:rPr lang="en-GB" sz="2800" i="1">
                              <a:latin typeface="Cambria Math" panose="02040503050406030204" pitchFamily="18" charset="0"/>
                            </a:rPr>
                            <m:t>0.9025</m:t>
                          </m:r>
                        </m:e>
                      </m:d>
                      <m:r>
                        <a:rPr lang="en-GB" sz="2800" i="1">
                          <a:latin typeface="Cambria Math" panose="02040503050406030204" pitchFamily="18" charset="0"/>
                        </a:rPr>
                        <m:t>=0.1354</m:t>
                      </m:r>
                    </m:oMath>
                  </m:oMathPara>
                </a14:m>
                <a:endParaRPr lang="en-GB" sz="2800" dirty="0"/>
              </a:p>
            </p:txBody>
          </p:sp>
        </mc:Choice>
        <mc:Fallback xmlns="">
          <p:sp>
            <p:nvSpPr>
              <p:cNvPr id="17" name="TextBox 16">
                <a:extLst>
                  <a:ext uri="{FF2B5EF4-FFF2-40B4-BE49-F238E27FC236}">
                    <a16:creationId xmlns:a16="http://schemas.microsoft.com/office/drawing/2014/main" id="{F4A18A55-6B64-272B-DA3B-FD3B01A5A715}"/>
                  </a:ext>
                </a:extLst>
              </p:cNvPr>
              <p:cNvSpPr txBox="1">
                <a:spLocks noRot="1" noChangeAspect="1" noMove="1" noResize="1" noEditPoints="1" noAdjustHandles="1" noChangeArrowheads="1" noChangeShapeType="1" noTextEdit="1"/>
              </p:cNvSpPr>
              <p:nvPr/>
            </p:nvSpPr>
            <p:spPr>
              <a:xfrm>
                <a:off x="5157905" y="4686608"/>
                <a:ext cx="5200591" cy="1557221"/>
              </a:xfrm>
              <a:prstGeom prst="rect">
                <a:avLst/>
              </a:prstGeom>
              <a:blipFill>
                <a:blip r:embed="rId6"/>
                <a:stretch>
                  <a:fillRect l="-1220" t="-1626" r="-2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00A52BB-04DF-98C5-C2BD-F1D97846B07D}"/>
                  </a:ext>
                </a:extLst>
              </p:cNvPr>
              <p:cNvSpPr txBox="1"/>
              <p:nvPr/>
            </p:nvSpPr>
            <p:spPr>
              <a:xfrm>
                <a:off x="4638486" y="2471820"/>
                <a:ext cx="29150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𝑋</m:t>
                      </m:r>
                      <m:r>
                        <a:rPr lang="en-GB" sz="2800" i="1">
                          <a:latin typeface="Cambria Math" panose="02040503050406030204" pitchFamily="18" charset="0"/>
                          <a:ea typeface="Cambria Math" panose="02040503050406030204" pitchFamily="18" charset="0"/>
                        </a:rPr>
                        <m:t>~</m:t>
                      </m:r>
                      <m:r>
                        <a:rPr lang="en-GB" sz="2800" i="1">
                          <a:latin typeface="Cambria Math" panose="02040503050406030204" pitchFamily="18" charset="0"/>
                          <a:ea typeface="Cambria Math" panose="02040503050406030204" pitchFamily="18" charset="0"/>
                        </a:rPr>
                        <m:t>𝐵𝑖𝑛𝑜𝑚𝑖𝑎𝑙</m:t>
                      </m:r>
                      <m:r>
                        <a:rPr lang="en-GB" sz="2800" i="1">
                          <a:latin typeface="Cambria Math" panose="02040503050406030204" pitchFamily="18" charset="0"/>
                          <a:ea typeface="Cambria Math" panose="02040503050406030204" pitchFamily="18" charset="0"/>
                        </a:rPr>
                        <m:t>(</m:t>
                      </m:r>
                      <m:r>
                        <a:rPr lang="en-GB" sz="2800" i="1">
                          <a:latin typeface="Cambria Math" panose="02040503050406030204" pitchFamily="18" charset="0"/>
                          <a:ea typeface="Cambria Math" panose="02040503050406030204" pitchFamily="18" charset="0"/>
                        </a:rPr>
                        <m:t>𝑛</m:t>
                      </m:r>
                      <m:r>
                        <a:rPr lang="en-GB" sz="2800" i="1">
                          <a:latin typeface="Cambria Math" panose="02040503050406030204" pitchFamily="18" charset="0"/>
                          <a:ea typeface="Cambria Math" panose="02040503050406030204" pitchFamily="18" charset="0"/>
                        </a:rPr>
                        <m:t>,</m:t>
                      </m:r>
                      <m:r>
                        <a:rPr lang="en-GB" sz="2800" i="1">
                          <a:latin typeface="Cambria Math" panose="02040503050406030204" pitchFamily="18" charset="0"/>
                          <a:ea typeface="Cambria Math" panose="02040503050406030204" pitchFamily="18" charset="0"/>
                        </a:rPr>
                        <m:t>𝑝</m:t>
                      </m:r>
                      <m:r>
                        <a:rPr lang="en-GB" sz="2800" i="1">
                          <a:latin typeface="Cambria Math" panose="02040503050406030204" pitchFamily="18" charset="0"/>
                          <a:ea typeface="Cambria Math" panose="02040503050406030204" pitchFamily="18" charset="0"/>
                        </a:rPr>
                        <m:t>)</m:t>
                      </m:r>
                    </m:oMath>
                  </m:oMathPara>
                </a14:m>
                <a:endParaRPr lang="en-GB" sz="2800" dirty="0"/>
              </a:p>
            </p:txBody>
          </p:sp>
        </mc:Choice>
        <mc:Fallback xmlns="">
          <p:sp>
            <p:nvSpPr>
              <p:cNvPr id="2" name="TextBox 1">
                <a:extLst>
                  <a:ext uri="{FF2B5EF4-FFF2-40B4-BE49-F238E27FC236}">
                    <a16:creationId xmlns:a16="http://schemas.microsoft.com/office/drawing/2014/main" id="{500A52BB-04DF-98C5-C2BD-F1D97846B07D}"/>
                  </a:ext>
                </a:extLst>
              </p:cNvPr>
              <p:cNvSpPr txBox="1">
                <a:spLocks noRot="1" noChangeAspect="1" noMove="1" noResize="1" noEditPoints="1" noAdjustHandles="1" noChangeArrowheads="1" noChangeShapeType="1" noTextEdit="1"/>
              </p:cNvSpPr>
              <p:nvPr/>
            </p:nvSpPr>
            <p:spPr>
              <a:xfrm>
                <a:off x="4638486" y="2471820"/>
                <a:ext cx="2915029" cy="430887"/>
              </a:xfrm>
              <a:prstGeom prst="rect">
                <a:avLst/>
              </a:prstGeom>
              <a:blipFill>
                <a:blip r:embed="rId7"/>
                <a:stretch>
                  <a:fillRect l="-2174" t="-2857" r="-3913" b="-3428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5D96F0F-AEB0-8676-06D5-E925084E0DDE}"/>
              </a:ext>
            </a:extLst>
          </p:cNvPr>
          <p:cNvSpPr txBox="1"/>
          <p:nvPr/>
        </p:nvSpPr>
        <p:spPr>
          <a:xfrm>
            <a:off x="1818536" y="3259147"/>
            <a:ext cx="4811086" cy="369332"/>
          </a:xfrm>
          <a:prstGeom prst="rect">
            <a:avLst/>
          </a:prstGeom>
          <a:noFill/>
        </p:spPr>
        <p:txBody>
          <a:bodyPr wrap="square">
            <a:spAutoFit/>
          </a:bodyPr>
          <a:lstStyle/>
          <a:p>
            <a:pPr algn="just"/>
            <a:r>
              <a:rPr lang="en-GB" dirty="0">
                <a:latin typeface="Arial" panose="020B0604020202020204" pitchFamily="34" charset="0"/>
                <a:cs typeface="Arial" panose="020B0604020202020204" pitchFamily="34" charset="0"/>
              </a:rPr>
              <a:t>Binomial distribution:</a:t>
            </a:r>
          </a:p>
        </p:txBody>
      </p:sp>
    </p:spTree>
    <p:extLst>
      <p:ext uri="{BB962C8B-B14F-4D97-AF65-F5344CB8AC3E}">
        <p14:creationId xmlns:p14="http://schemas.microsoft.com/office/powerpoint/2010/main" val="996995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3" grpId="0"/>
      <p:bldP spid="17" grpId="0"/>
      <p:bldP spid="2"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2100860-1EE4-A7D5-4002-9D55ABCAD068}"/>
              </a:ext>
            </a:extLst>
          </p:cNvPr>
          <p:cNvSpPr>
            <a:spLocks noGrp="1"/>
          </p:cNvSpPr>
          <p:nvPr>
            <p:ph type="title"/>
          </p:nvPr>
        </p:nvSpPr>
        <p:spPr>
          <a:xfrm>
            <a:off x="1535307" y="2647"/>
            <a:ext cx="7886700" cy="473067"/>
          </a:xfrm>
        </p:spPr>
        <p:txBody>
          <a:bodyPr>
            <a:normAutofit fontScale="90000"/>
          </a:bodyPr>
          <a:lstStyle/>
          <a:p>
            <a:r>
              <a:rPr lang="en-GB" sz="3000" b="1" dirty="0">
                <a:latin typeface="Arial" panose="020B0604020202020204" pitchFamily="34" charset="0"/>
                <a:cs typeface="Arial" panose="020B0604020202020204" pitchFamily="34" charset="0"/>
              </a:rPr>
              <a:t>Binomial Distribution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91EBC13-7BE5-18E6-6C01-6AC692F1781C}"/>
                  </a:ext>
                </a:extLst>
              </p:cNvPr>
              <p:cNvSpPr txBox="1"/>
              <p:nvPr/>
            </p:nvSpPr>
            <p:spPr>
              <a:xfrm>
                <a:off x="1689683" y="1958131"/>
                <a:ext cx="8793759" cy="923330"/>
              </a:xfrm>
              <a:prstGeom prst="rect">
                <a:avLst/>
              </a:prstGeom>
              <a:noFill/>
            </p:spPr>
            <p:txBody>
              <a:bodyPr wrap="square">
                <a:spAutoFit/>
              </a:bodyPr>
              <a:lstStyle/>
              <a:p>
                <a:pPr algn="just"/>
                <a14:m>
                  <m:oMath xmlns:m="http://schemas.openxmlformats.org/officeDocument/2006/math">
                    <m:r>
                      <a:rPr lang="en-GB" i="1" dirty="0" smtClean="0">
                        <a:solidFill>
                          <a:srgbClr val="0000FF"/>
                        </a:solidFill>
                        <a:latin typeface="Cambria Math" panose="02040503050406030204" pitchFamily="18" charset="0"/>
                      </a:rPr>
                      <m:t>𝑁𝑢𝑚𝑏𝑒𝑟</m:t>
                    </m:r>
                    <m:r>
                      <a:rPr lang="en-GB" i="1" dirty="0" smtClean="0">
                        <a:solidFill>
                          <a:srgbClr val="0000FF"/>
                        </a:solidFill>
                        <a:latin typeface="Cambria Math" panose="02040503050406030204" pitchFamily="18" charset="0"/>
                      </a:rPr>
                      <m:t> </m:t>
                    </m:r>
                    <m:r>
                      <a:rPr lang="en-GB" i="1" dirty="0" smtClean="0">
                        <a:solidFill>
                          <a:srgbClr val="0000FF"/>
                        </a:solidFill>
                        <a:latin typeface="Cambria Math" panose="02040503050406030204" pitchFamily="18" charset="0"/>
                      </a:rPr>
                      <m:t>𝑜𝑓</m:t>
                    </m:r>
                    <m:r>
                      <a:rPr lang="en-GB" i="1" dirty="0" smtClean="0">
                        <a:solidFill>
                          <a:srgbClr val="0000FF"/>
                        </a:solidFill>
                        <a:latin typeface="Cambria Math" panose="02040503050406030204" pitchFamily="18" charset="0"/>
                      </a:rPr>
                      <m:t> </m:t>
                    </m:r>
                    <m:r>
                      <a:rPr lang="en-GB" i="1" dirty="0" smtClean="0">
                        <a:solidFill>
                          <a:srgbClr val="0000FF"/>
                        </a:solidFill>
                        <a:latin typeface="Cambria Math" panose="02040503050406030204" pitchFamily="18" charset="0"/>
                      </a:rPr>
                      <m:t>𝑑𝑒𝑓𝑒𝑐𝑡𝑖𝑣𝑒</m:t>
                    </m:r>
                    <m:r>
                      <a:rPr lang="en-GB" i="1" dirty="0" smtClean="0">
                        <a:solidFill>
                          <a:srgbClr val="0000FF"/>
                        </a:solidFill>
                        <a:latin typeface="Cambria Math" panose="02040503050406030204" pitchFamily="18" charset="0"/>
                      </a:rPr>
                      <m:t> </m:t>
                    </m:r>
                    <m:r>
                      <a:rPr lang="en-GB" b="0" i="1" dirty="0" smtClean="0">
                        <a:solidFill>
                          <a:srgbClr val="0000FF"/>
                        </a:solidFill>
                        <a:latin typeface="Cambria Math" panose="02040503050406030204" pitchFamily="18" charset="0"/>
                      </a:rPr>
                      <m:t>𝑝h𝑜𝑛𝑒𝑠</m:t>
                    </m:r>
                    <m:r>
                      <a:rPr lang="en-GB" i="1" dirty="0">
                        <a:solidFill>
                          <a:srgbClr val="0000FF"/>
                        </a:solidFill>
                        <a:latin typeface="Cambria Math" panose="02040503050406030204" pitchFamily="18" charset="0"/>
                        <a:ea typeface="Cambria Math" panose="02040503050406030204" pitchFamily="18" charset="0"/>
                      </a:rPr>
                      <m:t>≡</m:t>
                    </m:r>
                    <m:r>
                      <a:rPr lang="en-GB" i="1" dirty="0">
                        <a:solidFill>
                          <a:srgbClr val="0000FF"/>
                        </a:solidFill>
                        <a:latin typeface="Cambria Math" panose="02040503050406030204" pitchFamily="18" charset="0"/>
                        <a:ea typeface="Cambria Math" panose="02040503050406030204" pitchFamily="18" charset="0"/>
                      </a:rPr>
                      <m:t>𝑅𝑎𝑛𝑑𝑜𝑚</m:t>
                    </m:r>
                    <m:r>
                      <a:rPr lang="en-GB" i="1" dirty="0">
                        <a:solidFill>
                          <a:srgbClr val="0000FF"/>
                        </a:solidFill>
                        <a:latin typeface="Cambria Math" panose="02040503050406030204" pitchFamily="18" charset="0"/>
                        <a:ea typeface="Cambria Math" panose="02040503050406030204" pitchFamily="18" charset="0"/>
                      </a:rPr>
                      <m:t> </m:t>
                    </m:r>
                    <m:r>
                      <a:rPr lang="en-GB" i="1" dirty="0">
                        <a:solidFill>
                          <a:srgbClr val="0000FF"/>
                        </a:solidFill>
                        <a:latin typeface="Cambria Math" panose="02040503050406030204" pitchFamily="18" charset="0"/>
                        <a:ea typeface="Cambria Math" panose="02040503050406030204" pitchFamily="18" charset="0"/>
                      </a:rPr>
                      <m:t>𝑛𝑢𝑚𝑏𝑒𝑟</m:t>
                    </m:r>
                    <m:r>
                      <a:rPr lang="en-GB" i="1" dirty="0">
                        <a:solidFill>
                          <a:srgbClr val="0000FF"/>
                        </a:solidFill>
                        <a:latin typeface="Cambria Math" panose="02040503050406030204" pitchFamily="18" charset="0"/>
                        <a:ea typeface="Cambria Math" panose="02040503050406030204" pitchFamily="18" charset="0"/>
                      </a:rPr>
                      <m:t> </m:t>
                    </m:r>
                    <m:r>
                      <a:rPr lang="en-GB" i="1" dirty="0">
                        <a:solidFill>
                          <a:srgbClr val="0000FF"/>
                        </a:solidFill>
                        <a:latin typeface="Cambria Math" panose="02040503050406030204" pitchFamily="18" charset="0"/>
                        <a:ea typeface="Cambria Math" panose="02040503050406030204" pitchFamily="18" charset="0"/>
                      </a:rPr>
                      <m:t>𝑋</m:t>
                    </m:r>
                    <m:r>
                      <a:rPr lang="en-GB" i="1" dirty="0">
                        <a:solidFill>
                          <a:srgbClr val="0000FF"/>
                        </a:solidFill>
                        <a:latin typeface="Cambria Math" panose="02040503050406030204" pitchFamily="18" charset="0"/>
                        <a:ea typeface="Cambria Math" panose="02040503050406030204" pitchFamily="18" charset="0"/>
                      </a:rPr>
                      <m:t> (0,1,2,3)</m:t>
                    </m:r>
                  </m:oMath>
                </a14:m>
                <a:r>
                  <a:rPr lang="en-GB" dirty="0">
                    <a:solidFill>
                      <a:srgbClr val="0000FF"/>
                    </a:solidFill>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will follow Binomial distribution</a:t>
                </a:r>
              </a:p>
              <a:p>
                <a:pPr algn="just"/>
                <a:endParaRPr lang="en-GB"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991EBC13-7BE5-18E6-6C01-6AC692F1781C}"/>
                  </a:ext>
                </a:extLst>
              </p:cNvPr>
              <p:cNvSpPr txBox="1">
                <a:spLocks noRot="1" noChangeAspect="1" noMove="1" noResize="1" noEditPoints="1" noAdjustHandles="1" noChangeArrowheads="1" noChangeShapeType="1" noTextEdit="1"/>
              </p:cNvSpPr>
              <p:nvPr/>
            </p:nvSpPr>
            <p:spPr>
              <a:xfrm>
                <a:off x="1689683" y="1958131"/>
                <a:ext cx="8793759" cy="923330"/>
              </a:xfrm>
              <a:prstGeom prst="rect">
                <a:avLst/>
              </a:prstGeom>
              <a:blipFill>
                <a:blip r:embed="rId2"/>
                <a:stretch>
                  <a:fillRect l="-432" t="-2703" r="-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CB8B03D-D12D-70B8-E71E-2FD045AE2977}"/>
                  </a:ext>
                </a:extLst>
              </p:cNvPr>
              <p:cNvSpPr txBox="1"/>
              <p:nvPr/>
            </p:nvSpPr>
            <p:spPr>
              <a:xfrm>
                <a:off x="5478657" y="3048294"/>
                <a:ext cx="3752373" cy="7379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𝑃</m:t>
                      </m:r>
                      <m:d>
                        <m:dPr>
                          <m:ctrlPr>
                            <a:rPr lang="en-GB" sz="2800" i="1">
                              <a:latin typeface="Cambria Math" panose="02040503050406030204" pitchFamily="18" charset="0"/>
                            </a:rPr>
                          </m:ctrlPr>
                        </m:dPr>
                        <m:e>
                          <m:r>
                            <a:rPr lang="en-GB" sz="2800" i="1">
                              <a:latin typeface="Cambria Math" panose="02040503050406030204" pitchFamily="18" charset="0"/>
                            </a:rPr>
                            <m:t>𝑋</m:t>
                          </m:r>
                          <m:r>
                            <a:rPr lang="en-GB" sz="2800" i="1">
                              <a:latin typeface="Cambria Math" panose="02040503050406030204" pitchFamily="18" charset="0"/>
                            </a:rPr>
                            <m:t>=</m:t>
                          </m:r>
                          <m:r>
                            <a:rPr lang="en-GB" sz="2800" i="1">
                              <a:latin typeface="Cambria Math" panose="02040503050406030204" pitchFamily="18" charset="0"/>
                            </a:rPr>
                            <m:t>𝑘</m:t>
                          </m:r>
                        </m:e>
                      </m:d>
                      <m:r>
                        <a:rPr lang="en-GB" sz="2800" i="1">
                          <a:latin typeface="Cambria Math" panose="02040503050406030204" pitchFamily="18" charset="0"/>
                        </a:rPr>
                        <m:t>=</m:t>
                      </m:r>
                      <m:sSup>
                        <m:sSupPr>
                          <m:ctrlPr>
                            <a:rPr lang="en-GB" sz="2800" i="1">
                              <a:latin typeface="Cambria Math" panose="02040503050406030204" pitchFamily="18" charset="0"/>
                            </a:rPr>
                          </m:ctrlPr>
                        </m:sSupPr>
                        <m:e>
                          <m:d>
                            <m:dPr>
                              <m:ctrlPr>
                                <a:rPr lang="en-GB" sz="2800" i="1" smtClean="0">
                                  <a:latin typeface="Cambria Math" panose="02040503050406030204" pitchFamily="18" charset="0"/>
                                </a:rPr>
                              </m:ctrlPr>
                            </m:dPr>
                            <m:e>
                              <m:f>
                                <m:fPr>
                                  <m:type m:val="noBar"/>
                                  <m:ctrlPr>
                                    <a:rPr lang="en-GB" sz="2800" i="1" smtClean="0">
                                      <a:latin typeface="Cambria Math" panose="02040503050406030204" pitchFamily="18" charset="0"/>
                                    </a:rPr>
                                  </m:ctrlPr>
                                </m:fPr>
                                <m:num>
                                  <m:r>
                                    <a:rPr lang="en-GB" sz="2800" i="1" smtClean="0">
                                      <a:latin typeface="Cambria Math" panose="02040503050406030204" pitchFamily="18" charset="0"/>
                                    </a:rPr>
                                    <m:t>𝑛</m:t>
                                  </m:r>
                                </m:num>
                                <m:den>
                                  <m:r>
                                    <a:rPr lang="en-GB" sz="2800" i="1" smtClean="0">
                                      <a:latin typeface="Cambria Math" panose="02040503050406030204" pitchFamily="18" charset="0"/>
                                    </a:rPr>
                                    <m:t>𝑘</m:t>
                                  </m:r>
                                </m:den>
                              </m:f>
                            </m:e>
                          </m:d>
                          <m:r>
                            <a:rPr lang="en-GB" sz="2800" i="1">
                              <a:latin typeface="Cambria Math" panose="02040503050406030204" pitchFamily="18" charset="0"/>
                            </a:rPr>
                            <m:t>𝑝</m:t>
                          </m:r>
                        </m:e>
                        <m:sup>
                          <m:r>
                            <a:rPr lang="en-GB" sz="2800" i="1">
                              <a:latin typeface="Cambria Math" panose="02040503050406030204" pitchFamily="18" charset="0"/>
                            </a:rPr>
                            <m:t>𝑘</m:t>
                          </m:r>
                        </m:sup>
                      </m:sSup>
                      <m:sSup>
                        <m:sSupPr>
                          <m:ctrlPr>
                            <a:rPr lang="en-GB" sz="2800" i="1">
                              <a:latin typeface="Cambria Math" panose="02040503050406030204" pitchFamily="18" charset="0"/>
                            </a:rPr>
                          </m:ctrlPr>
                        </m:sSupPr>
                        <m:e>
                          <m:r>
                            <a:rPr lang="en-GB" sz="2800" i="1">
                              <a:latin typeface="Cambria Math" panose="02040503050406030204" pitchFamily="18" charset="0"/>
                            </a:rPr>
                            <m:t>𝑞</m:t>
                          </m:r>
                        </m:e>
                        <m:sup>
                          <m:r>
                            <a:rPr lang="en-GB" sz="2800" i="1">
                              <a:latin typeface="Cambria Math" panose="02040503050406030204" pitchFamily="18" charset="0"/>
                            </a:rPr>
                            <m:t>𝑛</m:t>
                          </m:r>
                          <m:r>
                            <a:rPr lang="en-GB" sz="2800" i="1">
                              <a:latin typeface="Cambria Math" panose="02040503050406030204" pitchFamily="18" charset="0"/>
                            </a:rPr>
                            <m:t>−</m:t>
                          </m:r>
                          <m:r>
                            <a:rPr lang="en-GB" sz="2800" i="1">
                              <a:latin typeface="Cambria Math" panose="02040503050406030204" pitchFamily="18" charset="0"/>
                            </a:rPr>
                            <m:t>𝑘</m:t>
                          </m:r>
                        </m:sup>
                      </m:sSup>
                    </m:oMath>
                  </m:oMathPara>
                </a14:m>
                <a:endParaRPr lang="en-GB" sz="2800" dirty="0"/>
              </a:p>
            </p:txBody>
          </p:sp>
        </mc:Choice>
        <mc:Fallback xmlns="">
          <p:sp>
            <p:nvSpPr>
              <p:cNvPr id="9" name="TextBox 8">
                <a:extLst>
                  <a:ext uri="{FF2B5EF4-FFF2-40B4-BE49-F238E27FC236}">
                    <a16:creationId xmlns:a16="http://schemas.microsoft.com/office/drawing/2014/main" id="{BCB8B03D-D12D-70B8-E71E-2FD045AE2977}"/>
                  </a:ext>
                </a:extLst>
              </p:cNvPr>
              <p:cNvSpPr txBox="1">
                <a:spLocks noRot="1" noChangeAspect="1" noMove="1" noResize="1" noEditPoints="1" noAdjustHandles="1" noChangeArrowheads="1" noChangeShapeType="1" noTextEdit="1"/>
              </p:cNvSpPr>
              <p:nvPr/>
            </p:nvSpPr>
            <p:spPr>
              <a:xfrm>
                <a:off x="5478657" y="3048294"/>
                <a:ext cx="3752373" cy="737959"/>
              </a:xfrm>
              <a:prstGeom prst="rect">
                <a:avLst/>
              </a:prstGeom>
              <a:blipFill>
                <a:blip r:embed="rId3"/>
                <a:stretch>
                  <a:fillRect l="-2027" r="-338" b="-15254"/>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F226A927-5131-7A0D-AAE4-10D822FDA78E}"/>
              </a:ext>
            </a:extLst>
          </p:cNvPr>
          <p:cNvSpPr txBox="1"/>
          <p:nvPr/>
        </p:nvSpPr>
        <p:spPr>
          <a:xfrm>
            <a:off x="1689684" y="533152"/>
            <a:ext cx="8793759" cy="1323439"/>
          </a:xfrm>
          <a:prstGeom prst="rect">
            <a:avLst/>
          </a:prstGeom>
          <a:noFill/>
        </p:spPr>
        <p:txBody>
          <a:bodyPr wrap="square">
            <a:spAutoFit/>
          </a:bodyPr>
          <a:lstStyle/>
          <a:p>
            <a:pPr algn="just"/>
            <a:r>
              <a:rPr lang="en-GB" sz="2000" dirty="0">
                <a:latin typeface="Arial" panose="020B0604020202020204" pitchFamily="34" charset="0"/>
                <a:cs typeface="Arial" panose="020B0604020202020204" pitchFamily="34" charset="0"/>
              </a:rPr>
              <a:t>Five percent of all smart phones manufactured by a large electronics company are defective. A quality control inspector randomly selects three smart phones from the production line. What is the probability that exactly one of these three smart phones is defective?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00A52BB-04DF-98C5-C2BD-F1D97846B07D}"/>
                  </a:ext>
                </a:extLst>
              </p:cNvPr>
              <p:cNvSpPr txBox="1"/>
              <p:nvPr/>
            </p:nvSpPr>
            <p:spPr>
              <a:xfrm>
                <a:off x="4638486" y="2471820"/>
                <a:ext cx="29150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𝑋</m:t>
                      </m:r>
                      <m:r>
                        <a:rPr lang="en-GB" sz="2800" i="1">
                          <a:latin typeface="Cambria Math" panose="02040503050406030204" pitchFamily="18" charset="0"/>
                          <a:ea typeface="Cambria Math" panose="02040503050406030204" pitchFamily="18" charset="0"/>
                        </a:rPr>
                        <m:t>~</m:t>
                      </m:r>
                      <m:r>
                        <a:rPr lang="en-GB" sz="2800" i="1">
                          <a:latin typeface="Cambria Math" panose="02040503050406030204" pitchFamily="18" charset="0"/>
                          <a:ea typeface="Cambria Math" panose="02040503050406030204" pitchFamily="18" charset="0"/>
                        </a:rPr>
                        <m:t>𝐵𝑖𝑛𝑜𝑚𝑖𝑎𝑙</m:t>
                      </m:r>
                      <m:r>
                        <a:rPr lang="en-GB" sz="2800" i="1">
                          <a:latin typeface="Cambria Math" panose="02040503050406030204" pitchFamily="18" charset="0"/>
                          <a:ea typeface="Cambria Math" panose="02040503050406030204" pitchFamily="18" charset="0"/>
                        </a:rPr>
                        <m:t>(</m:t>
                      </m:r>
                      <m:r>
                        <a:rPr lang="en-GB" sz="2800" i="1">
                          <a:latin typeface="Cambria Math" panose="02040503050406030204" pitchFamily="18" charset="0"/>
                          <a:ea typeface="Cambria Math" panose="02040503050406030204" pitchFamily="18" charset="0"/>
                        </a:rPr>
                        <m:t>𝑛</m:t>
                      </m:r>
                      <m:r>
                        <a:rPr lang="en-GB" sz="2800" i="1">
                          <a:latin typeface="Cambria Math" panose="02040503050406030204" pitchFamily="18" charset="0"/>
                          <a:ea typeface="Cambria Math" panose="02040503050406030204" pitchFamily="18" charset="0"/>
                        </a:rPr>
                        <m:t>,</m:t>
                      </m:r>
                      <m:r>
                        <a:rPr lang="en-GB" sz="2800" i="1">
                          <a:latin typeface="Cambria Math" panose="02040503050406030204" pitchFamily="18" charset="0"/>
                          <a:ea typeface="Cambria Math" panose="02040503050406030204" pitchFamily="18" charset="0"/>
                        </a:rPr>
                        <m:t>𝑝</m:t>
                      </m:r>
                      <m:r>
                        <a:rPr lang="en-GB" sz="2800" i="1">
                          <a:latin typeface="Cambria Math" panose="02040503050406030204" pitchFamily="18" charset="0"/>
                          <a:ea typeface="Cambria Math" panose="02040503050406030204" pitchFamily="18" charset="0"/>
                        </a:rPr>
                        <m:t>)</m:t>
                      </m:r>
                    </m:oMath>
                  </m:oMathPara>
                </a14:m>
                <a:endParaRPr lang="en-GB" sz="2800" dirty="0"/>
              </a:p>
            </p:txBody>
          </p:sp>
        </mc:Choice>
        <mc:Fallback xmlns="">
          <p:sp>
            <p:nvSpPr>
              <p:cNvPr id="2" name="TextBox 1">
                <a:extLst>
                  <a:ext uri="{FF2B5EF4-FFF2-40B4-BE49-F238E27FC236}">
                    <a16:creationId xmlns:a16="http://schemas.microsoft.com/office/drawing/2014/main" id="{500A52BB-04DF-98C5-C2BD-F1D97846B07D}"/>
                  </a:ext>
                </a:extLst>
              </p:cNvPr>
              <p:cNvSpPr txBox="1">
                <a:spLocks noRot="1" noChangeAspect="1" noMove="1" noResize="1" noEditPoints="1" noAdjustHandles="1" noChangeArrowheads="1" noChangeShapeType="1" noTextEdit="1"/>
              </p:cNvSpPr>
              <p:nvPr/>
            </p:nvSpPr>
            <p:spPr>
              <a:xfrm>
                <a:off x="4638486" y="2471820"/>
                <a:ext cx="2915029" cy="430887"/>
              </a:xfrm>
              <a:prstGeom prst="rect">
                <a:avLst/>
              </a:prstGeom>
              <a:blipFill>
                <a:blip r:embed="rId4"/>
                <a:stretch>
                  <a:fillRect l="-2174" t="-2857" r="-3913" b="-3428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5D96F0F-AEB0-8676-06D5-E925084E0DDE}"/>
              </a:ext>
            </a:extLst>
          </p:cNvPr>
          <p:cNvSpPr txBox="1"/>
          <p:nvPr/>
        </p:nvSpPr>
        <p:spPr>
          <a:xfrm>
            <a:off x="1818536" y="3106750"/>
            <a:ext cx="4811086" cy="369332"/>
          </a:xfrm>
          <a:prstGeom prst="rect">
            <a:avLst/>
          </a:prstGeom>
          <a:noFill/>
        </p:spPr>
        <p:txBody>
          <a:bodyPr wrap="square">
            <a:spAutoFit/>
          </a:bodyPr>
          <a:lstStyle/>
          <a:p>
            <a:pPr algn="just"/>
            <a:r>
              <a:rPr lang="en-GB" dirty="0">
                <a:latin typeface="Arial" panose="020B0604020202020204" pitchFamily="34" charset="0"/>
                <a:cs typeface="Arial" panose="020B0604020202020204" pitchFamily="34" charset="0"/>
              </a:rPr>
              <a:t>According to Binomial distribution:</a:t>
            </a:r>
          </a:p>
        </p:txBody>
      </p:sp>
      <p:grpSp>
        <p:nvGrpSpPr>
          <p:cNvPr id="52" name="Group 51">
            <a:extLst>
              <a:ext uri="{FF2B5EF4-FFF2-40B4-BE49-F238E27FC236}">
                <a16:creationId xmlns:a16="http://schemas.microsoft.com/office/drawing/2014/main" id="{B7BF7EED-AB77-947D-54B3-0FF8B61588AF}"/>
              </a:ext>
            </a:extLst>
          </p:cNvPr>
          <p:cNvGrpSpPr/>
          <p:nvPr/>
        </p:nvGrpSpPr>
        <p:grpSpPr>
          <a:xfrm>
            <a:off x="2082622" y="3720438"/>
            <a:ext cx="4991503" cy="2936225"/>
            <a:chOff x="3310699" y="3563241"/>
            <a:chExt cx="4991503" cy="2936225"/>
          </a:xfrm>
        </p:grpSpPr>
        <p:cxnSp>
          <p:nvCxnSpPr>
            <p:cNvPr id="5" name="Straight Connector 4">
              <a:extLst>
                <a:ext uri="{FF2B5EF4-FFF2-40B4-BE49-F238E27FC236}">
                  <a16:creationId xmlns:a16="http://schemas.microsoft.com/office/drawing/2014/main" id="{7DAD2619-B394-D10B-0B9E-458F6DB98180}"/>
                </a:ext>
              </a:extLst>
            </p:cNvPr>
            <p:cNvCxnSpPr>
              <a:cxnSpLocks/>
            </p:cNvCxnSpPr>
            <p:nvPr/>
          </p:nvCxnSpPr>
          <p:spPr>
            <a:xfrm flipH="1" flipV="1">
              <a:off x="4102501" y="5145856"/>
              <a:ext cx="1351307" cy="0"/>
            </a:xfrm>
            <a:prstGeom prst="line">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AFCB0FD-BB6C-2C46-177B-F725BE29B33E}"/>
                </a:ext>
              </a:extLst>
            </p:cNvPr>
            <p:cNvCxnSpPr>
              <a:cxnSpLocks/>
            </p:cNvCxnSpPr>
            <p:nvPr/>
          </p:nvCxnSpPr>
          <p:spPr>
            <a:xfrm flipH="1">
              <a:off x="4102501" y="4010549"/>
              <a:ext cx="684000" cy="0"/>
            </a:xfrm>
            <a:prstGeom prst="line">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C7753CD-662D-F7A7-B181-828F1B8BE62C}"/>
                </a:ext>
              </a:extLst>
            </p:cNvPr>
            <p:cNvCxnSpPr>
              <a:cxnSpLocks/>
            </p:cNvCxnSpPr>
            <p:nvPr/>
          </p:nvCxnSpPr>
          <p:spPr>
            <a:xfrm flipV="1">
              <a:off x="4110890" y="3783435"/>
              <a:ext cx="0" cy="2344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DEB51AD-EB17-D25D-A434-89F2190D9F69}"/>
                </a:ext>
              </a:extLst>
            </p:cNvPr>
            <p:cNvCxnSpPr>
              <a:cxnSpLocks/>
              <a:endCxn id="22" idx="1"/>
            </p:cNvCxnSpPr>
            <p:nvPr/>
          </p:nvCxnSpPr>
          <p:spPr>
            <a:xfrm>
              <a:off x="4102501" y="6116345"/>
              <a:ext cx="388679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575F156-C98A-4C88-A7E2-888242872663}"/>
                </a:ext>
              </a:extLst>
            </p:cNvPr>
            <p:cNvCxnSpPr>
              <a:cxnSpLocks/>
            </p:cNvCxnSpPr>
            <p:nvPr/>
          </p:nvCxnSpPr>
          <p:spPr>
            <a:xfrm flipV="1">
              <a:off x="4797399" y="4035105"/>
              <a:ext cx="0" cy="206983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6541D273-D173-40D8-2B71-27AAD7F704FB}"/>
                </a:ext>
              </a:extLst>
            </p:cNvPr>
            <p:cNvSpPr/>
            <p:nvPr/>
          </p:nvSpPr>
          <p:spPr>
            <a:xfrm>
              <a:off x="4761399" y="3979371"/>
              <a:ext cx="72000" cy="72000"/>
            </a:xfrm>
            <a:prstGeom prst="ellipse">
              <a:avLst/>
            </a:prstGeom>
            <a:solidFill>
              <a:srgbClr val="0000FF"/>
            </a:solidFill>
            <a:ln w="190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7F5FB330-89C7-4530-E1E6-3A9E6B7CC3A6}"/>
                </a:ext>
              </a:extLst>
            </p:cNvPr>
            <p:cNvSpPr txBox="1"/>
            <p:nvPr/>
          </p:nvSpPr>
          <p:spPr>
            <a:xfrm>
              <a:off x="7989296" y="5931679"/>
              <a:ext cx="312906" cy="369332"/>
            </a:xfrm>
            <a:prstGeom prst="rect">
              <a:avLst/>
            </a:prstGeom>
            <a:noFill/>
          </p:spPr>
          <p:txBody>
            <a:bodyPr wrap="none" rtlCol="0">
              <a:spAutoFit/>
            </a:bodyPr>
            <a:lstStyle/>
            <a:p>
              <a:r>
                <a:rPr lang="en-GB" dirty="0"/>
                <a:t>X</a:t>
              </a:r>
            </a:p>
          </p:txBody>
        </p:sp>
        <p:sp>
          <p:nvSpPr>
            <p:cNvPr id="23" name="TextBox 22">
              <a:extLst>
                <a:ext uri="{FF2B5EF4-FFF2-40B4-BE49-F238E27FC236}">
                  <a16:creationId xmlns:a16="http://schemas.microsoft.com/office/drawing/2014/main" id="{BB171143-9FE7-138A-FEA2-6BCAAABD11C3}"/>
                </a:ext>
              </a:extLst>
            </p:cNvPr>
            <p:cNvSpPr txBox="1"/>
            <p:nvPr/>
          </p:nvSpPr>
          <p:spPr>
            <a:xfrm>
              <a:off x="4506293" y="6130134"/>
              <a:ext cx="559770" cy="369332"/>
            </a:xfrm>
            <a:prstGeom prst="rect">
              <a:avLst/>
            </a:prstGeom>
            <a:noFill/>
          </p:spPr>
          <p:txBody>
            <a:bodyPr wrap="none" rtlCol="0">
              <a:spAutoFit/>
            </a:bodyPr>
            <a:lstStyle/>
            <a:p>
              <a:pPr algn="r"/>
              <a:r>
                <a:rPr lang="en-GB" dirty="0"/>
                <a:t>X=0</a:t>
              </a:r>
            </a:p>
          </p:txBody>
        </p:sp>
        <p:sp>
          <p:nvSpPr>
            <p:cNvPr id="24" name="TextBox 23">
              <a:extLst>
                <a:ext uri="{FF2B5EF4-FFF2-40B4-BE49-F238E27FC236}">
                  <a16:creationId xmlns:a16="http://schemas.microsoft.com/office/drawing/2014/main" id="{9ABCC556-19F6-0C19-7F3D-D632DD8E62EF}"/>
                </a:ext>
              </a:extLst>
            </p:cNvPr>
            <p:cNvSpPr txBox="1"/>
            <p:nvPr/>
          </p:nvSpPr>
          <p:spPr>
            <a:xfrm>
              <a:off x="5195181" y="6129908"/>
              <a:ext cx="559769" cy="369332"/>
            </a:xfrm>
            <a:prstGeom prst="rect">
              <a:avLst/>
            </a:prstGeom>
            <a:noFill/>
          </p:spPr>
          <p:txBody>
            <a:bodyPr wrap="none" rtlCol="0">
              <a:spAutoFit/>
            </a:bodyPr>
            <a:lstStyle/>
            <a:p>
              <a:r>
                <a:rPr lang="en-GB" dirty="0"/>
                <a:t>X=1</a:t>
              </a:r>
            </a:p>
          </p:txBody>
        </p:sp>
        <p:sp>
          <p:nvSpPr>
            <p:cNvPr id="26" name="TextBox 25">
              <a:extLst>
                <a:ext uri="{FF2B5EF4-FFF2-40B4-BE49-F238E27FC236}">
                  <a16:creationId xmlns:a16="http://schemas.microsoft.com/office/drawing/2014/main" id="{2B1ED16D-4DAD-982B-4115-6792D40671E4}"/>
                </a:ext>
              </a:extLst>
            </p:cNvPr>
            <p:cNvSpPr txBox="1"/>
            <p:nvPr/>
          </p:nvSpPr>
          <p:spPr>
            <a:xfrm>
              <a:off x="5837224" y="6127756"/>
              <a:ext cx="559770" cy="369332"/>
            </a:xfrm>
            <a:prstGeom prst="rect">
              <a:avLst/>
            </a:prstGeom>
            <a:noFill/>
          </p:spPr>
          <p:txBody>
            <a:bodyPr wrap="none" rtlCol="0">
              <a:spAutoFit/>
            </a:bodyPr>
            <a:lstStyle/>
            <a:p>
              <a:pPr algn="r"/>
              <a:r>
                <a:rPr lang="en-GB" dirty="0"/>
                <a:t>X=2</a:t>
              </a:r>
            </a:p>
          </p:txBody>
        </p:sp>
        <p:sp>
          <p:nvSpPr>
            <p:cNvPr id="27" name="TextBox 26">
              <a:extLst>
                <a:ext uri="{FF2B5EF4-FFF2-40B4-BE49-F238E27FC236}">
                  <a16:creationId xmlns:a16="http://schemas.microsoft.com/office/drawing/2014/main" id="{A15F7957-8259-79B7-86F3-2E868845BAB9}"/>
                </a:ext>
              </a:extLst>
            </p:cNvPr>
            <p:cNvSpPr txBox="1"/>
            <p:nvPr/>
          </p:nvSpPr>
          <p:spPr>
            <a:xfrm>
              <a:off x="6526112" y="6127530"/>
              <a:ext cx="559769" cy="369332"/>
            </a:xfrm>
            <a:prstGeom prst="rect">
              <a:avLst/>
            </a:prstGeom>
            <a:noFill/>
          </p:spPr>
          <p:txBody>
            <a:bodyPr wrap="none" rtlCol="0">
              <a:spAutoFit/>
            </a:bodyPr>
            <a:lstStyle/>
            <a:p>
              <a:r>
                <a:rPr lang="en-GB" dirty="0"/>
                <a:t>X=3</a:t>
              </a:r>
            </a:p>
          </p:txBody>
        </p:sp>
        <p:cxnSp>
          <p:nvCxnSpPr>
            <p:cNvPr id="28" name="Straight Connector 27">
              <a:extLst>
                <a:ext uri="{FF2B5EF4-FFF2-40B4-BE49-F238E27FC236}">
                  <a16:creationId xmlns:a16="http://schemas.microsoft.com/office/drawing/2014/main" id="{B8CB27AE-62A3-2BCA-17BD-6A78B932BD7D}"/>
                </a:ext>
              </a:extLst>
            </p:cNvPr>
            <p:cNvCxnSpPr>
              <a:cxnSpLocks/>
            </p:cNvCxnSpPr>
            <p:nvPr/>
          </p:nvCxnSpPr>
          <p:spPr>
            <a:xfrm flipV="1">
              <a:off x="5461886" y="5125673"/>
              <a:ext cx="0" cy="979262"/>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529D8B0D-295B-A11B-BEC8-21129094E340}"/>
                </a:ext>
              </a:extLst>
            </p:cNvPr>
            <p:cNvSpPr/>
            <p:nvPr/>
          </p:nvSpPr>
          <p:spPr>
            <a:xfrm>
              <a:off x="5427844" y="5112300"/>
              <a:ext cx="72000" cy="72000"/>
            </a:xfrm>
            <a:prstGeom prst="ellipse">
              <a:avLst/>
            </a:prstGeom>
            <a:solidFill>
              <a:srgbClr val="0000FF"/>
            </a:solidFill>
            <a:ln w="190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a:extLst>
                <a:ext uri="{FF2B5EF4-FFF2-40B4-BE49-F238E27FC236}">
                  <a16:creationId xmlns:a16="http://schemas.microsoft.com/office/drawing/2014/main" id="{74ADBF52-D723-72E1-9258-47361E89C9DF}"/>
                </a:ext>
              </a:extLst>
            </p:cNvPr>
            <p:cNvCxnSpPr>
              <a:cxnSpLocks/>
            </p:cNvCxnSpPr>
            <p:nvPr/>
          </p:nvCxnSpPr>
          <p:spPr>
            <a:xfrm flipV="1">
              <a:off x="6128330" y="5754848"/>
              <a:ext cx="0" cy="350087"/>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C54A4929-2680-D82D-0B57-FBB19928E9D6}"/>
                </a:ext>
              </a:extLst>
            </p:cNvPr>
            <p:cNvSpPr/>
            <p:nvPr/>
          </p:nvSpPr>
          <p:spPr>
            <a:xfrm>
              <a:off x="6100719" y="5733500"/>
              <a:ext cx="72000" cy="72000"/>
            </a:xfrm>
            <a:prstGeom prst="ellipse">
              <a:avLst/>
            </a:prstGeom>
            <a:solidFill>
              <a:srgbClr val="0000FF"/>
            </a:solidFill>
            <a:ln w="190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B9F436EF-B3AE-FDD0-DE49-FCD0E384CDC1}"/>
                </a:ext>
              </a:extLst>
            </p:cNvPr>
            <p:cNvCxnSpPr>
              <a:cxnSpLocks/>
            </p:cNvCxnSpPr>
            <p:nvPr/>
          </p:nvCxnSpPr>
          <p:spPr>
            <a:xfrm flipV="1">
              <a:off x="6794775" y="5931679"/>
              <a:ext cx="0" cy="173256"/>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8983ACF2-AA4E-1060-D1C7-EB3717F52C81}"/>
                </a:ext>
              </a:extLst>
            </p:cNvPr>
            <p:cNvSpPr/>
            <p:nvPr/>
          </p:nvSpPr>
          <p:spPr>
            <a:xfrm>
              <a:off x="6758775" y="5876527"/>
              <a:ext cx="72000" cy="72000"/>
            </a:xfrm>
            <a:prstGeom prst="ellipse">
              <a:avLst/>
            </a:prstGeom>
            <a:solidFill>
              <a:srgbClr val="0000FF"/>
            </a:solidFill>
            <a:ln w="190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B5BE423-E630-6829-44EB-98D62A28F9D3}"/>
                    </a:ext>
                  </a:extLst>
                </p:cNvPr>
                <p:cNvSpPr txBox="1"/>
                <p:nvPr/>
              </p:nvSpPr>
              <p:spPr>
                <a:xfrm>
                  <a:off x="3448823" y="3563241"/>
                  <a:ext cx="56408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𝑋</m:t>
                            </m:r>
                          </m:e>
                        </m:d>
                      </m:oMath>
                    </m:oMathPara>
                  </a14:m>
                  <a:endParaRPr lang="en-GB" dirty="0"/>
                </a:p>
              </p:txBody>
            </p:sp>
          </mc:Choice>
          <mc:Fallback xmlns="">
            <p:sp>
              <p:nvSpPr>
                <p:cNvPr id="43" name="TextBox 42">
                  <a:extLst>
                    <a:ext uri="{FF2B5EF4-FFF2-40B4-BE49-F238E27FC236}">
                      <a16:creationId xmlns:a16="http://schemas.microsoft.com/office/drawing/2014/main" id="{3B5BE423-E630-6829-44EB-98D62A28F9D3}"/>
                    </a:ext>
                  </a:extLst>
                </p:cNvPr>
                <p:cNvSpPr txBox="1">
                  <a:spLocks noRot="1" noChangeAspect="1" noMove="1" noResize="1" noEditPoints="1" noAdjustHandles="1" noChangeArrowheads="1" noChangeShapeType="1" noTextEdit="1"/>
                </p:cNvSpPr>
                <p:nvPr/>
              </p:nvSpPr>
              <p:spPr>
                <a:xfrm>
                  <a:off x="3448823" y="3563241"/>
                  <a:ext cx="564084" cy="369332"/>
                </a:xfrm>
                <a:prstGeom prst="rect">
                  <a:avLst/>
                </a:prstGeom>
                <a:blipFill>
                  <a:blip r:embed="rId5"/>
                  <a:stretch>
                    <a:fillRect r="-2174"/>
                  </a:stretch>
                </a:blipFill>
              </p:spPr>
              <p:txBody>
                <a:bodyPr/>
                <a:lstStyle/>
                <a:p>
                  <a:r>
                    <a:rPr lang="en-GB">
                      <a:noFill/>
                    </a:rPr>
                    <a:t> </a:t>
                  </a:r>
                </a:p>
              </p:txBody>
            </p:sp>
          </mc:Fallback>
        </mc:AlternateContent>
        <p:cxnSp>
          <p:nvCxnSpPr>
            <p:cNvPr id="46" name="Straight Connector 45">
              <a:extLst>
                <a:ext uri="{FF2B5EF4-FFF2-40B4-BE49-F238E27FC236}">
                  <a16:creationId xmlns:a16="http://schemas.microsoft.com/office/drawing/2014/main" id="{95623B67-D981-4381-7544-5FEC34633196}"/>
                </a:ext>
              </a:extLst>
            </p:cNvPr>
            <p:cNvCxnSpPr>
              <a:cxnSpLocks/>
            </p:cNvCxnSpPr>
            <p:nvPr/>
          </p:nvCxnSpPr>
          <p:spPr>
            <a:xfrm flipH="1" flipV="1">
              <a:off x="4111847" y="5761111"/>
              <a:ext cx="2016000" cy="0"/>
            </a:xfrm>
            <a:prstGeom prst="line">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589E49F-7EFC-7FB2-2D63-65D2B73A4E21}"/>
                </a:ext>
              </a:extLst>
            </p:cNvPr>
            <p:cNvCxnSpPr>
              <a:cxnSpLocks/>
            </p:cNvCxnSpPr>
            <p:nvPr/>
          </p:nvCxnSpPr>
          <p:spPr>
            <a:xfrm flipH="1" flipV="1">
              <a:off x="4120719" y="5912527"/>
              <a:ext cx="2664000" cy="0"/>
            </a:xfrm>
            <a:prstGeom prst="line">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BB59F0F8-812A-2211-F873-A431434AD95D}"/>
                </a:ext>
              </a:extLst>
            </p:cNvPr>
            <p:cNvSpPr txBox="1"/>
            <p:nvPr/>
          </p:nvSpPr>
          <p:spPr>
            <a:xfrm>
              <a:off x="3544738" y="3866705"/>
              <a:ext cx="620683" cy="369332"/>
            </a:xfrm>
            <a:prstGeom prst="rect">
              <a:avLst/>
            </a:prstGeom>
            <a:noFill/>
          </p:spPr>
          <p:txBody>
            <a:bodyPr wrap="none" rtlCol="0">
              <a:spAutoFit/>
            </a:bodyPr>
            <a:lstStyle/>
            <a:p>
              <a:r>
                <a:rPr lang="en-GB" dirty="0"/>
                <a:t>0.85</a:t>
              </a:r>
            </a:p>
          </p:txBody>
        </p:sp>
        <p:sp>
          <p:nvSpPr>
            <p:cNvPr id="49" name="TextBox 48">
              <a:extLst>
                <a:ext uri="{FF2B5EF4-FFF2-40B4-BE49-F238E27FC236}">
                  <a16:creationId xmlns:a16="http://schemas.microsoft.com/office/drawing/2014/main" id="{E4A1AC47-054A-0C61-EF32-E8D39437632E}"/>
                </a:ext>
              </a:extLst>
            </p:cNvPr>
            <p:cNvSpPr txBox="1"/>
            <p:nvPr/>
          </p:nvSpPr>
          <p:spPr>
            <a:xfrm>
              <a:off x="3544738" y="4941007"/>
              <a:ext cx="620683" cy="369332"/>
            </a:xfrm>
            <a:prstGeom prst="rect">
              <a:avLst/>
            </a:prstGeom>
            <a:noFill/>
          </p:spPr>
          <p:txBody>
            <a:bodyPr wrap="none" rtlCol="0">
              <a:spAutoFit/>
            </a:bodyPr>
            <a:lstStyle/>
            <a:p>
              <a:r>
                <a:rPr lang="en-GB" dirty="0"/>
                <a:t>0.13</a:t>
              </a:r>
            </a:p>
          </p:txBody>
        </p:sp>
        <p:sp>
          <p:nvSpPr>
            <p:cNvPr id="50" name="TextBox 49">
              <a:extLst>
                <a:ext uri="{FF2B5EF4-FFF2-40B4-BE49-F238E27FC236}">
                  <a16:creationId xmlns:a16="http://schemas.microsoft.com/office/drawing/2014/main" id="{15848556-1D41-46B9-C6D9-A844F6361080}"/>
                </a:ext>
              </a:extLst>
            </p:cNvPr>
            <p:cNvSpPr txBox="1"/>
            <p:nvPr/>
          </p:nvSpPr>
          <p:spPr>
            <a:xfrm>
              <a:off x="3427719" y="5497230"/>
              <a:ext cx="744114" cy="369332"/>
            </a:xfrm>
            <a:prstGeom prst="rect">
              <a:avLst/>
            </a:prstGeom>
            <a:noFill/>
          </p:spPr>
          <p:txBody>
            <a:bodyPr wrap="none" rtlCol="0">
              <a:spAutoFit/>
            </a:bodyPr>
            <a:lstStyle/>
            <a:p>
              <a:r>
                <a:rPr lang="en-GB" dirty="0"/>
                <a:t>0.007</a:t>
              </a:r>
            </a:p>
          </p:txBody>
        </p:sp>
        <p:sp>
          <p:nvSpPr>
            <p:cNvPr id="51" name="TextBox 50">
              <a:extLst>
                <a:ext uri="{FF2B5EF4-FFF2-40B4-BE49-F238E27FC236}">
                  <a16:creationId xmlns:a16="http://schemas.microsoft.com/office/drawing/2014/main" id="{A09FB910-972B-592E-29C4-4AEAC95C23D9}"/>
                </a:ext>
              </a:extLst>
            </p:cNvPr>
            <p:cNvSpPr txBox="1"/>
            <p:nvPr/>
          </p:nvSpPr>
          <p:spPr>
            <a:xfrm>
              <a:off x="3310699" y="5758198"/>
              <a:ext cx="867545" cy="369332"/>
            </a:xfrm>
            <a:prstGeom prst="rect">
              <a:avLst/>
            </a:prstGeom>
            <a:noFill/>
          </p:spPr>
          <p:txBody>
            <a:bodyPr wrap="none" rtlCol="0">
              <a:spAutoFit/>
            </a:bodyPr>
            <a:lstStyle/>
            <a:p>
              <a:r>
                <a:rPr lang="en-GB" dirty="0"/>
                <a:t>0.0001</a:t>
              </a:r>
            </a:p>
          </p:txBody>
        </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72D86CF-E921-B135-1CB1-894776EE6C0C}"/>
                  </a:ext>
                </a:extLst>
              </p:cNvPr>
              <p:cNvSpPr txBox="1"/>
              <p:nvPr/>
            </p:nvSpPr>
            <p:spPr>
              <a:xfrm>
                <a:off x="5253254" y="4496707"/>
                <a:ext cx="2652970" cy="12003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1" i="1" dirty="0">
                          <a:latin typeface="Cambria Math" panose="02040503050406030204" pitchFamily="18" charset="0"/>
                        </a:rPr>
                        <m:t>𝑴𝒆𝒂𝒏</m:t>
                      </m:r>
                      <m:r>
                        <a:rPr lang="en-GB" sz="2400" b="1" i="1" dirty="0">
                          <a:latin typeface="Cambria Math" panose="02040503050406030204" pitchFamily="18" charset="0"/>
                        </a:rPr>
                        <m:t>=</m:t>
                      </m:r>
                      <m:r>
                        <a:rPr lang="en-GB" sz="2400" b="1" i="1" dirty="0">
                          <a:latin typeface="Cambria Math" panose="02040503050406030204" pitchFamily="18" charset="0"/>
                        </a:rPr>
                        <m:t>𝒏𝒑</m:t>
                      </m:r>
                    </m:oMath>
                  </m:oMathPara>
                </a14:m>
                <a:endParaRPr lang="en-GB" sz="2400" b="1" dirty="0"/>
              </a:p>
              <a:p>
                <a:endParaRPr lang="en-GB" sz="2400" b="1" dirty="0"/>
              </a:p>
              <a:p>
                <a:pPr/>
                <a14:m>
                  <m:oMathPara xmlns:m="http://schemas.openxmlformats.org/officeDocument/2006/math">
                    <m:oMathParaPr>
                      <m:jc m:val="centerGroup"/>
                    </m:oMathParaPr>
                    <m:oMath xmlns:m="http://schemas.openxmlformats.org/officeDocument/2006/math">
                      <m:r>
                        <a:rPr lang="en-GB" sz="2400" b="1" i="1" dirty="0">
                          <a:latin typeface="Cambria Math" panose="02040503050406030204" pitchFamily="18" charset="0"/>
                        </a:rPr>
                        <m:t>𝑽𝒂𝒓𝒊𝒂𝒏𝒄𝒆</m:t>
                      </m:r>
                      <m:r>
                        <a:rPr lang="en-GB" sz="2400" b="1" i="1" dirty="0">
                          <a:latin typeface="Cambria Math" panose="02040503050406030204" pitchFamily="18" charset="0"/>
                        </a:rPr>
                        <m:t>=</m:t>
                      </m:r>
                      <m:r>
                        <a:rPr lang="en-GB" sz="2400" b="1" i="1" dirty="0" err="1">
                          <a:latin typeface="Cambria Math" panose="02040503050406030204" pitchFamily="18" charset="0"/>
                        </a:rPr>
                        <m:t>𝒏𝒑𝒒</m:t>
                      </m:r>
                    </m:oMath>
                  </m:oMathPara>
                </a14:m>
                <a:endParaRPr lang="en-GB" sz="2400" b="1" dirty="0"/>
              </a:p>
            </p:txBody>
          </p:sp>
        </mc:Choice>
        <mc:Fallback xmlns="">
          <p:sp>
            <p:nvSpPr>
              <p:cNvPr id="3" name="TextBox 2">
                <a:extLst>
                  <a:ext uri="{FF2B5EF4-FFF2-40B4-BE49-F238E27FC236}">
                    <a16:creationId xmlns:a16="http://schemas.microsoft.com/office/drawing/2014/main" id="{D72D86CF-E921-B135-1CB1-894776EE6C0C}"/>
                  </a:ext>
                </a:extLst>
              </p:cNvPr>
              <p:cNvSpPr txBox="1">
                <a:spLocks noRot="1" noChangeAspect="1" noMove="1" noResize="1" noEditPoints="1" noAdjustHandles="1" noChangeArrowheads="1" noChangeShapeType="1" noTextEdit="1"/>
              </p:cNvSpPr>
              <p:nvPr/>
            </p:nvSpPr>
            <p:spPr>
              <a:xfrm>
                <a:off x="5253254" y="4496707"/>
                <a:ext cx="2652970" cy="1200329"/>
              </a:xfrm>
              <a:prstGeom prst="rect">
                <a:avLst/>
              </a:prstGeom>
              <a:blipFill>
                <a:blip r:embed="rId6"/>
                <a:stretch>
                  <a:fillRect b="-3158"/>
                </a:stretch>
              </a:blipFill>
            </p:spPr>
            <p:txBody>
              <a:bodyPr/>
              <a:lstStyle/>
              <a:p>
                <a:r>
                  <a:rPr lang="en-US">
                    <a:noFill/>
                  </a:rPr>
                  <a:t> </a:t>
                </a:r>
              </a:p>
            </p:txBody>
          </p:sp>
        </mc:Fallback>
      </mc:AlternateContent>
    </p:spTree>
    <p:extLst>
      <p:ext uri="{BB962C8B-B14F-4D97-AF65-F5344CB8AC3E}">
        <p14:creationId xmlns:p14="http://schemas.microsoft.com/office/powerpoint/2010/main" val="453921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47E5F39-E82D-844A-9E5D-5EE433372DF7}"/>
              </a:ext>
            </a:extLst>
          </p:cNvPr>
          <p:cNvSpPr>
            <a:spLocks noGrp="1"/>
          </p:cNvSpPr>
          <p:nvPr>
            <p:ph type="title"/>
          </p:nvPr>
        </p:nvSpPr>
        <p:spPr>
          <a:xfrm>
            <a:off x="838200" y="0"/>
            <a:ext cx="10515600" cy="1325563"/>
          </a:xfrm>
        </p:spPr>
        <p:txBody>
          <a:bodyPr/>
          <a:lstStyle/>
          <a:p>
            <a:r>
              <a:rPr lang="en-US" dirty="0">
                <a:solidFill>
                  <a:srgbClr val="0070C0"/>
                </a:solidFill>
              </a:rPr>
              <a:t>Poisson distribution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B605CD6-10E3-374B-AA25-2F73CD1AF00E}"/>
                  </a:ext>
                </a:extLst>
              </p:cNvPr>
              <p:cNvSpPr txBox="1"/>
              <p:nvPr/>
            </p:nvSpPr>
            <p:spPr>
              <a:xfrm>
                <a:off x="650310" y="1127491"/>
                <a:ext cx="11088998" cy="5376023"/>
              </a:xfrm>
              <a:prstGeom prst="rect">
                <a:avLst/>
              </a:prstGeom>
              <a:noFill/>
            </p:spPr>
            <p:txBody>
              <a:bodyPr wrap="none" rtlCol="0">
                <a:spAutoFit/>
              </a:bodyPr>
              <a:lstStyle/>
              <a:p>
                <a:r>
                  <a:rPr lang="en-US" sz="2000" dirty="0"/>
                  <a:t>It describes the </a:t>
                </a:r>
                <a:r>
                  <a:rPr lang="en-US" sz="2000" b="1" dirty="0"/>
                  <a:t>count of number of occurrences of an event in a fixed amount of time.</a:t>
                </a:r>
                <a:endParaRPr lang="en-US" sz="2000" dirty="0"/>
              </a:p>
              <a:p>
                <a:r>
                  <a:rPr lang="en-US" sz="2000" dirty="0"/>
                  <a:t>( e.g. how many car accidents occur in a day)</a:t>
                </a:r>
              </a:p>
              <a:p>
                <a:endParaRPr lang="en-US" sz="2000" dirty="0"/>
              </a:p>
              <a:p>
                <a:r>
                  <a:rPr lang="en-US" sz="2000" b="1" dirty="0">
                    <a:solidFill>
                      <a:srgbClr val="FF0000"/>
                    </a:solidFill>
                  </a:rPr>
                  <a:t>Assumptions</a:t>
                </a:r>
                <a:r>
                  <a:rPr lang="en-US" sz="2000" dirty="0"/>
                  <a:t>:</a:t>
                </a:r>
              </a:p>
              <a:p>
                <a:pPr marL="285750" indent="-285750">
                  <a:buFont typeface="Arial" panose="020B0604020202020204" pitchFamily="34" charset="0"/>
                  <a:buChar char="•"/>
                </a:pPr>
                <a:r>
                  <a:rPr lang="en-US" sz="2000" dirty="0"/>
                  <a:t>Events occur randomly and independently.</a:t>
                </a:r>
              </a:p>
              <a:p>
                <a:pPr marL="285750" indent="-285750">
                  <a:buFont typeface="Arial" panose="020B0604020202020204" pitchFamily="34" charset="0"/>
                  <a:buChar char="•"/>
                </a:pPr>
                <a:r>
                  <a:rPr lang="en-US" sz="2000" dirty="0"/>
                  <a:t>The probability that an event occurs in a given length of time does not change through time.</a:t>
                </a:r>
              </a:p>
              <a:p>
                <a:pPr marL="285750" indent="-285750">
                  <a:buFont typeface="Arial" panose="020B0604020202020204" pitchFamily="34" charset="0"/>
                  <a:buChar char="•"/>
                </a:pPr>
                <a:endParaRPr lang="en-US" sz="2000" dirty="0"/>
              </a:p>
              <a:p>
                <a:endParaRPr lang="en-US" sz="2000" dirty="0"/>
              </a:p>
              <a:p>
                <a:r>
                  <a:rPr lang="en-US" sz="2000" dirty="0"/>
                  <a:t>Note that X can only take positive integer numbers. Hence, it is a discrete distribution.</a:t>
                </a:r>
              </a:p>
              <a:p>
                <a:r>
                  <a:rPr lang="en-US" sz="2000" dirty="0"/>
                  <a:t>Suppose that </a:t>
                </a:r>
                <a14:m>
                  <m:oMath xmlns:m="http://schemas.openxmlformats.org/officeDocument/2006/math">
                    <m:r>
                      <a:rPr lang="en-US" sz="2000" b="1" i="1" smtClean="0">
                        <a:solidFill>
                          <a:srgbClr val="FF0000"/>
                        </a:solidFill>
                        <a:latin typeface="Cambria Math" panose="02040503050406030204" pitchFamily="18" charset="0"/>
                        <a:ea typeface="Cambria Math" panose="02040503050406030204" pitchFamily="18" charset="0"/>
                      </a:rPr>
                      <m:t>𝝀</m:t>
                    </m:r>
                  </m:oMath>
                </a14:m>
                <a:r>
                  <a:rPr lang="en-US" sz="2000" b="1" dirty="0">
                    <a:solidFill>
                      <a:srgbClr val="FF0000"/>
                    </a:solidFill>
                  </a:rPr>
                  <a:t> = mean number of events per unit time</a:t>
                </a:r>
                <a:endParaRPr lang="en-US" sz="2000" b="1" dirty="0"/>
              </a:p>
              <a:p>
                <a:endParaRPr lang="en-US" sz="2000" dirty="0"/>
              </a:p>
              <a:p>
                <a14:m>
                  <m:oMath xmlns:m="http://schemas.openxmlformats.org/officeDocument/2006/math">
                    <m:r>
                      <a:rPr lang="en-GB" sz="2800" b="0" i="1" smtClean="0">
                        <a:latin typeface="Cambria Math" panose="02040503050406030204" pitchFamily="18" charset="0"/>
                      </a:rPr>
                      <m:t>𝑃</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𝑋</m:t>
                        </m:r>
                        <m:r>
                          <a:rPr lang="en-GB" sz="2800" b="0" i="1" smtClean="0">
                            <a:latin typeface="Cambria Math" panose="02040503050406030204" pitchFamily="18" charset="0"/>
                          </a:rPr>
                          <m:t>=</m:t>
                        </m:r>
                        <m:r>
                          <a:rPr lang="en-GB" sz="2800" b="0" i="1" smtClean="0">
                            <a:latin typeface="Cambria Math" panose="02040503050406030204" pitchFamily="18" charset="0"/>
                          </a:rPr>
                          <m:t>𝑥</m:t>
                        </m:r>
                        <m:r>
                          <a:rPr lang="en-GB" sz="2800" b="0" i="1" smtClean="0">
                            <a:latin typeface="Cambria Math" panose="02040503050406030204" pitchFamily="18" charset="0"/>
                          </a:rPr>
                          <m:t> </m:t>
                        </m:r>
                        <m:r>
                          <a:rPr lang="en-GB" sz="2800" b="0" i="1" smtClean="0">
                            <a:latin typeface="Cambria Math" panose="02040503050406030204" pitchFamily="18" charset="0"/>
                          </a:rPr>
                          <m:t>𝑒𝑣𝑒𝑛𝑡𝑠</m:t>
                        </m:r>
                        <m:r>
                          <a:rPr lang="en-GB" sz="2800" b="0" i="1" smtClean="0">
                            <a:latin typeface="Cambria Math" panose="02040503050406030204" pitchFamily="18" charset="0"/>
                          </a:rPr>
                          <m:t> </m:t>
                        </m:r>
                        <m:r>
                          <a:rPr lang="en-GB" sz="2800" b="0" i="1" smtClean="0">
                            <a:latin typeface="Cambria Math" panose="02040503050406030204" pitchFamily="18" charset="0"/>
                          </a:rPr>
                          <m:t>𝑖𝑛</m:t>
                        </m:r>
                        <m:r>
                          <a:rPr lang="en-GB" sz="2800" b="0" i="1" smtClean="0">
                            <a:latin typeface="Cambria Math" panose="02040503050406030204" pitchFamily="18" charset="0"/>
                          </a:rPr>
                          <m:t> </m:t>
                        </m:r>
                        <m:r>
                          <a:rPr lang="en-GB" sz="2800" b="0" i="1" smtClean="0">
                            <a:latin typeface="Cambria Math" panose="02040503050406030204" pitchFamily="18" charset="0"/>
                          </a:rPr>
                          <m:t>𝑡𝑖𝑚𝑒</m:t>
                        </m:r>
                        <m:r>
                          <a:rPr lang="en-GB" sz="2800" b="0" i="1" smtClean="0">
                            <a:latin typeface="Cambria Math" panose="02040503050406030204" pitchFamily="18" charset="0"/>
                          </a:rPr>
                          <m:t> </m:t>
                        </m:r>
                        <m:r>
                          <a:rPr lang="en-GB" sz="2800" b="0" i="1" smtClean="0">
                            <a:latin typeface="Cambria Math" panose="02040503050406030204" pitchFamily="18" charset="0"/>
                          </a:rPr>
                          <m:t>𝑖𝑛𝑡𝑒𝑟𝑣𝑎𝑙</m:t>
                        </m:r>
                        <m:r>
                          <a:rPr lang="en-GB" sz="2800" b="0" i="1" smtClean="0">
                            <a:latin typeface="Cambria Math" panose="02040503050406030204" pitchFamily="18" charset="0"/>
                          </a:rPr>
                          <m:t> </m:t>
                        </m:r>
                        <m:r>
                          <a:rPr lang="en-GB" sz="2800" b="0" i="1" smtClean="0">
                            <a:latin typeface="Cambria Math" panose="02040503050406030204" pitchFamily="18" charset="0"/>
                          </a:rPr>
                          <m:t>𝑡</m:t>
                        </m:r>
                      </m:e>
                    </m:d>
                    <m:r>
                      <a:rPr lang="en-GB" sz="2800" b="0" i="1" smtClean="0">
                        <a:latin typeface="Cambria Math" panose="02040503050406030204" pitchFamily="18" charset="0"/>
                      </a:rPr>
                      <m:t>=</m:t>
                    </m:r>
                    <m:f>
                      <m:fPr>
                        <m:ctrlPr>
                          <a:rPr lang="en-GB" sz="2800" b="0" i="1" smtClean="0">
                            <a:latin typeface="Cambria Math" panose="02040503050406030204" pitchFamily="18" charset="0"/>
                          </a:rPr>
                        </m:ctrlPr>
                      </m:fPr>
                      <m:num>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m:t>
                            </m:r>
                            <m:r>
                              <a:rPr lang="en-GB" sz="2800" b="0" i="1" smtClean="0">
                                <a:latin typeface="Cambria Math" panose="02040503050406030204" pitchFamily="18" charset="0"/>
                                <a:ea typeface="Cambria Math" panose="02040503050406030204" pitchFamily="18" charset="0"/>
                              </a:rPr>
                              <m:t>𝜆</m:t>
                            </m:r>
                            <m:r>
                              <a:rPr lang="en-GB" sz="2800" b="0" i="1" smtClean="0">
                                <a:latin typeface="Cambria Math" panose="02040503050406030204" pitchFamily="18" charset="0"/>
                                <a:ea typeface="Cambria Math" panose="02040503050406030204" pitchFamily="18" charset="0"/>
                              </a:rPr>
                              <m:t>𝑡</m:t>
                            </m:r>
                            <m:r>
                              <a:rPr lang="en-GB" sz="2800" b="0" i="1" smtClean="0">
                                <a:latin typeface="Cambria Math" panose="02040503050406030204" pitchFamily="18" charset="0"/>
                                <a:ea typeface="Cambria Math" panose="02040503050406030204" pitchFamily="18" charset="0"/>
                              </a:rPr>
                              <m:t>)</m:t>
                            </m:r>
                          </m:e>
                          <m:sup>
                            <m:r>
                              <a:rPr lang="en-GB" sz="2800" b="0" i="1" smtClean="0">
                                <a:latin typeface="Cambria Math" panose="02040503050406030204" pitchFamily="18" charset="0"/>
                              </a:rPr>
                              <m:t>𝑥</m:t>
                            </m:r>
                          </m:sup>
                        </m:sSup>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𝑒</m:t>
                            </m:r>
                          </m:e>
                          <m:sup>
                            <m:r>
                              <a:rPr lang="en-GB" sz="2800" b="0" i="1" smtClean="0">
                                <a:latin typeface="Cambria Math" panose="02040503050406030204" pitchFamily="18" charset="0"/>
                              </a:rPr>
                              <m:t>−</m:t>
                            </m:r>
                            <m:r>
                              <a:rPr lang="en-GB" sz="2800" b="0" i="1" smtClean="0">
                                <a:latin typeface="Cambria Math" panose="02040503050406030204" pitchFamily="18" charset="0"/>
                                <a:ea typeface="Cambria Math" panose="02040503050406030204" pitchFamily="18" charset="0"/>
                              </a:rPr>
                              <m:t>𝜆</m:t>
                            </m:r>
                            <m:r>
                              <a:rPr lang="en-GB" sz="2800" b="0" i="1" smtClean="0">
                                <a:latin typeface="Cambria Math" panose="02040503050406030204" pitchFamily="18" charset="0"/>
                                <a:ea typeface="Cambria Math" panose="02040503050406030204" pitchFamily="18" charset="0"/>
                              </a:rPr>
                              <m:t>𝑡</m:t>
                            </m:r>
                          </m:sup>
                        </m:sSup>
                      </m:num>
                      <m:den>
                        <m:r>
                          <a:rPr lang="en-GB" sz="2800" b="0" i="1" smtClean="0">
                            <a:latin typeface="Cambria Math" panose="02040503050406030204" pitchFamily="18" charset="0"/>
                          </a:rPr>
                          <m:t>𝑥</m:t>
                        </m:r>
                        <m:r>
                          <a:rPr lang="en-GB" sz="2800" b="0" i="1" smtClean="0">
                            <a:latin typeface="Cambria Math" panose="02040503050406030204" pitchFamily="18" charset="0"/>
                          </a:rPr>
                          <m:t>!</m:t>
                        </m:r>
                      </m:den>
                    </m:f>
                  </m:oMath>
                </a14:m>
                <a:r>
                  <a:rPr lang="en-US" sz="2800" dirty="0"/>
                  <a:t>           </a:t>
                </a:r>
                <a:r>
                  <a:rPr lang="en-US" sz="2000" dirty="0">
                    <a:solidFill>
                      <a:srgbClr val="00B0F0"/>
                    </a:solidFill>
                  </a:rPr>
                  <a:t>(probability mass function)</a:t>
                </a:r>
              </a:p>
              <a:p>
                <a:endParaRPr lang="en-US" sz="2000" dirty="0"/>
              </a:p>
              <a:p>
                <a:r>
                  <a:rPr lang="en-US" sz="2000" b="1" dirty="0">
                    <a:solidFill>
                      <a:srgbClr val="00B050"/>
                    </a:solidFill>
                  </a:rPr>
                  <a:t>Mean number of events in time interval t</a:t>
                </a:r>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𝜆</m:t>
                    </m:r>
                    <m:r>
                      <a:rPr lang="en-GB" sz="2000" b="0" i="1" smtClean="0">
                        <a:latin typeface="Cambria Math" panose="02040503050406030204" pitchFamily="18" charset="0"/>
                        <a:ea typeface="Cambria Math" panose="02040503050406030204" pitchFamily="18" charset="0"/>
                      </a:rPr>
                      <m:t>𝑡</m:t>
                    </m:r>
                  </m:oMath>
                </a14:m>
                <a:endParaRPr lang="en-US" sz="2000" dirty="0"/>
              </a:p>
              <a:p>
                <a:r>
                  <a:rPr lang="en-US" sz="2000" b="1" dirty="0">
                    <a:solidFill>
                      <a:srgbClr val="00B050"/>
                    </a:solidFill>
                  </a:rPr>
                  <a:t>Variance</a:t>
                </a:r>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𝜆</m:t>
                    </m:r>
                    <m:r>
                      <a:rPr lang="en-GB" sz="2000" b="0" i="1" smtClean="0">
                        <a:latin typeface="Cambria Math" panose="02040503050406030204" pitchFamily="18" charset="0"/>
                        <a:ea typeface="Cambria Math" panose="02040503050406030204" pitchFamily="18" charset="0"/>
                      </a:rPr>
                      <m:t>𝑡</m:t>
                    </m:r>
                  </m:oMath>
                </a14:m>
                <a:endParaRPr lang="en-US" sz="2000" dirty="0"/>
              </a:p>
              <a:p>
                <a:endParaRPr lang="en-US" dirty="0"/>
              </a:p>
            </p:txBody>
          </p:sp>
        </mc:Choice>
        <mc:Fallback xmlns="">
          <p:sp>
            <p:nvSpPr>
              <p:cNvPr id="6" name="TextBox 5">
                <a:extLst>
                  <a:ext uri="{FF2B5EF4-FFF2-40B4-BE49-F238E27FC236}">
                    <a16:creationId xmlns:a16="http://schemas.microsoft.com/office/drawing/2014/main" id="{8B605CD6-10E3-374B-AA25-2F73CD1AF00E}"/>
                  </a:ext>
                </a:extLst>
              </p:cNvPr>
              <p:cNvSpPr txBox="1">
                <a:spLocks noRot="1" noChangeAspect="1" noMove="1" noResize="1" noEditPoints="1" noAdjustHandles="1" noChangeArrowheads="1" noChangeShapeType="1" noTextEdit="1"/>
              </p:cNvSpPr>
              <p:nvPr/>
            </p:nvSpPr>
            <p:spPr>
              <a:xfrm>
                <a:off x="650310" y="1127491"/>
                <a:ext cx="11088998" cy="5376023"/>
              </a:xfrm>
              <a:prstGeom prst="rect">
                <a:avLst/>
              </a:prstGeom>
              <a:blipFill>
                <a:blip r:embed="rId2"/>
                <a:stretch>
                  <a:fillRect l="-572" t="-706"/>
                </a:stretch>
              </a:blipFill>
            </p:spPr>
            <p:txBody>
              <a:bodyPr/>
              <a:lstStyle/>
              <a:p>
                <a:r>
                  <a:rPr lang="en-US">
                    <a:noFill/>
                  </a:rPr>
                  <a:t> </a:t>
                </a:r>
              </a:p>
            </p:txBody>
          </p:sp>
        </mc:Fallback>
      </mc:AlternateContent>
    </p:spTree>
    <p:extLst>
      <p:ext uri="{BB962C8B-B14F-4D97-AF65-F5344CB8AC3E}">
        <p14:creationId xmlns:p14="http://schemas.microsoft.com/office/powerpoint/2010/main" val="301649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xEl>
                                              <p:pRg st="9" end="9"/>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B30C1-B2B0-CC4D-BE7A-FD896073001A}"/>
              </a:ext>
            </a:extLst>
          </p:cNvPr>
          <p:cNvSpPr>
            <a:spLocks noGrp="1"/>
          </p:cNvSpPr>
          <p:nvPr>
            <p:ph type="title"/>
          </p:nvPr>
        </p:nvSpPr>
        <p:spPr/>
        <p:txBody>
          <a:bodyPr/>
          <a:lstStyle/>
          <a:p>
            <a:r>
              <a:rPr lang="en-US" dirty="0">
                <a:solidFill>
                  <a:srgbClr val="0070C0"/>
                </a:solidFill>
              </a:rPr>
              <a:t>Example</a:t>
            </a:r>
          </a:p>
        </p:txBody>
      </p:sp>
      <p:sp>
        <p:nvSpPr>
          <p:cNvPr id="3" name="Content Placeholder 2">
            <a:extLst>
              <a:ext uri="{FF2B5EF4-FFF2-40B4-BE49-F238E27FC236}">
                <a16:creationId xmlns:a16="http://schemas.microsoft.com/office/drawing/2014/main" id="{DD54BBA7-6BDD-CF4C-BEED-C4AF10DD9497}"/>
              </a:ext>
            </a:extLst>
          </p:cNvPr>
          <p:cNvSpPr>
            <a:spLocks noGrp="1"/>
          </p:cNvSpPr>
          <p:nvPr>
            <p:ph idx="1"/>
          </p:nvPr>
        </p:nvSpPr>
        <p:spPr>
          <a:xfrm>
            <a:off x="838200" y="1426326"/>
            <a:ext cx="10515600" cy="2191204"/>
          </a:xfrm>
        </p:spPr>
        <p:txBody>
          <a:bodyPr/>
          <a:lstStyle/>
          <a:p>
            <a:pPr marL="0" indent="0">
              <a:lnSpc>
                <a:spcPct val="100000"/>
              </a:lnSpc>
              <a:buNone/>
            </a:pPr>
            <a:r>
              <a:rPr lang="en-US" sz="2400" dirty="0"/>
              <a:t>If there is an average of 4.8 fatal car accidents per day in the UK, what is the probability that there are 40 fatal car accidents in 1 week in the UK?</a:t>
            </a:r>
          </a:p>
          <a:p>
            <a:pPr marL="0" indent="0">
              <a:buNone/>
            </a:pPr>
            <a:endParaRPr lang="en-US" sz="2000" dirty="0"/>
          </a:p>
          <a:p>
            <a:pPr marL="0" indent="0">
              <a:buNone/>
            </a:pPr>
            <a:r>
              <a:rPr lang="en-US" dirty="0"/>
              <a:t>	</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5820EA70-C4AC-3540-ADCE-6B59A5248636}"/>
                  </a:ext>
                </a:extLst>
              </p:cNvPr>
              <p:cNvSpPr/>
              <p:nvPr/>
            </p:nvSpPr>
            <p:spPr>
              <a:xfrm>
                <a:off x="838200" y="4246625"/>
                <a:ext cx="4343305" cy="668709"/>
              </a:xfrm>
              <a:prstGeom prst="rect">
                <a:avLst/>
              </a:prstGeom>
            </p:spPr>
            <p:txBody>
              <a:bodyPr wrap="none">
                <a:spAutoFit/>
              </a:bodyPr>
              <a:lstStyle/>
              <a:p>
                <a14:m>
                  <m:oMath xmlns:m="http://schemas.openxmlformats.org/officeDocument/2006/math">
                    <m:r>
                      <a:rPr lang="en-GB" sz="2400" b="0" i="1" smtClean="0">
                        <a:latin typeface="Cambria Math" panose="02040503050406030204" pitchFamily="18" charset="0"/>
                      </a:rPr>
                      <m:t>𝑃</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𝑋</m:t>
                        </m:r>
                        <m:r>
                          <a:rPr lang="en-GB" sz="2400" b="0" i="1" smtClean="0">
                            <a:latin typeface="Cambria Math" panose="02040503050406030204" pitchFamily="18" charset="0"/>
                          </a:rPr>
                          <m:t>=40</m:t>
                        </m:r>
                      </m:e>
                    </m:d>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33.6</m:t>
                            </m:r>
                          </m:e>
                          <m:sup>
                            <m:r>
                              <a:rPr lang="en-GB" sz="2400" b="0" i="1" smtClean="0">
                                <a:latin typeface="Cambria Math" panose="02040503050406030204" pitchFamily="18" charset="0"/>
                                <a:ea typeface="Cambria Math" panose="02040503050406030204" pitchFamily="18" charset="0"/>
                              </a:rPr>
                              <m:t>40</m:t>
                            </m:r>
                          </m:sup>
                        </m:sSup>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𝑒</m:t>
                            </m:r>
                          </m:e>
                          <m:sup>
                            <m:r>
                              <a:rPr lang="en-GB" sz="2400" b="0" i="1" smtClean="0">
                                <a:latin typeface="Cambria Math" panose="02040503050406030204" pitchFamily="18" charset="0"/>
                              </a:rPr>
                              <m:t>−33.6</m:t>
                            </m:r>
                          </m:sup>
                        </m:sSup>
                      </m:num>
                      <m:den>
                        <m:r>
                          <a:rPr lang="en-GB" sz="2400" b="0" i="1" smtClean="0">
                            <a:latin typeface="Cambria Math" panose="02040503050406030204" pitchFamily="18" charset="0"/>
                            <a:ea typeface="Cambria Math" panose="02040503050406030204" pitchFamily="18" charset="0"/>
                          </a:rPr>
                          <m:t>40</m:t>
                        </m:r>
                        <m:r>
                          <a:rPr lang="en-GB" sz="2400" b="0" i="1" smtClean="0">
                            <a:latin typeface="Cambria Math" panose="02040503050406030204" pitchFamily="18" charset="0"/>
                          </a:rPr>
                          <m:t>!</m:t>
                        </m:r>
                      </m:den>
                    </m:f>
                  </m:oMath>
                </a14:m>
                <a:r>
                  <a:rPr lang="en-US" sz="2400" dirty="0"/>
                  <a:t> = 0.035</a:t>
                </a:r>
              </a:p>
            </p:txBody>
          </p:sp>
        </mc:Choice>
        <mc:Fallback xmlns="">
          <p:sp>
            <p:nvSpPr>
              <p:cNvPr id="4" name="Rectangle 3">
                <a:extLst>
                  <a:ext uri="{FF2B5EF4-FFF2-40B4-BE49-F238E27FC236}">
                    <a16:creationId xmlns:a16="http://schemas.microsoft.com/office/drawing/2014/main" id="{5820EA70-C4AC-3540-ADCE-6B59A5248636}"/>
                  </a:ext>
                </a:extLst>
              </p:cNvPr>
              <p:cNvSpPr>
                <a:spLocks noRot="1" noChangeAspect="1" noMove="1" noResize="1" noEditPoints="1" noAdjustHandles="1" noChangeArrowheads="1" noChangeShapeType="1" noTextEdit="1"/>
              </p:cNvSpPr>
              <p:nvPr/>
            </p:nvSpPr>
            <p:spPr>
              <a:xfrm>
                <a:off x="838200" y="4246625"/>
                <a:ext cx="4343305" cy="668709"/>
              </a:xfrm>
              <a:prstGeom prst="rect">
                <a:avLst/>
              </a:prstGeom>
              <a:blipFill>
                <a:blip r:embed="rId2"/>
                <a:stretch>
                  <a:fillRect l="-583" r="-1166" b="-1132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85F8D34-D9B2-984A-BDC5-E643819F08A6}"/>
              </a:ext>
            </a:extLst>
          </p:cNvPr>
          <p:cNvPicPr>
            <a:picLocks noChangeAspect="1"/>
          </p:cNvPicPr>
          <p:nvPr/>
        </p:nvPicPr>
        <p:blipFill>
          <a:blip r:embed="rId3"/>
          <a:stretch>
            <a:fillRect/>
          </a:stretch>
        </p:blipFill>
        <p:spPr>
          <a:xfrm>
            <a:off x="5181505" y="2459065"/>
            <a:ext cx="6172295" cy="4114863"/>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43B76ED-B237-B026-6F3F-4F8AE10C4606}"/>
                  </a:ext>
                </a:extLst>
              </p:cNvPr>
              <p:cNvSpPr txBox="1"/>
              <p:nvPr/>
            </p:nvSpPr>
            <p:spPr>
              <a:xfrm>
                <a:off x="838200" y="3701245"/>
                <a:ext cx="2271776" cy="461665"/>
              </a:xfrm>
              <a:prstGeom prst="rect">
                <a:avLst/>
              </a:prstGeom>
              <a:noFill/>
            </p:spPr>
            <p:txBody>
              <a:bodyPr wrap="none" rtlCol="0">
                <a:spAutoFit/>
              </a:bodyPr>
              <a:lstStyle/>
              <a:p>
                <a:pPr marL="0" indent="0">
                  <a:buNone/>
                </a:pPr>
                <a14:m>
                  <m:oMath xmlns:m="http://schemas.openxmlformats.org/officeDocument/2006/math">
                    <m:r>
                      <a:rPr lang="en-US" sz="2400" b="1" i="1" smtClean="0">
                        <a:solidFill>
                          <a:srgbClr val="FF0000"/>
                        </a:solidFill>
                        <a:latin typeface="Cambria Math" panose="02040503050406030204" pitchFamily="18" charset="0"/>
                        <a:ea typeface="Cambria Math" panose="02040503050406030204" pitchFamily="18" charset="0"/>
                      </a:rPr>
                      <m:t>𝝀</m:t>
                    </m:r>
                    <m:r>
                      <a:rPr lang="en-GB" sz="2400" b="1" i="1" smtClean="0">
                        <a:solidFill>
                          <a:srgbClr val="FF0000"/>
                        </a:solidFill>
                        <a:latin typeface="Cambria Math" panose="02040503050406030204" pitchFamily="18" charset="0"/>
                        <a:ea typeface="Cambria Math" panose="02040503050406030204" pitchFamily="18" charset="0"/>
                      </a:rPr>
                      <m:t>𝒕</m:t>
                    </m:r>
                  </m:oMath>
                </a14:m>
                <a:r>
                  <a:rPr lang="en-US" sz="2400" b="1" dirty="0">
                    <a:solidFill>
                      <a:srgbClr val="FF0000"/>
                    </a:solidFill>
                  </a:rPr>
                  <a:t>=4.8 x 7=33.6</a:t>
                </a:r>
                <a:endParaRPr lang="en-US" sz="2400" b="1" dirty="0"/>
              </a:p>
            </p:txBody>
          </p:sp>
        </mc:Choice>
        <mc:Fallback xmlns="">
          <p:sp>
            <p:nvSpPr>
              <p:cNvPr id="5" name="TextBox 4">
                <a:extLst>
                  <a:ext uri="{FF2B5EF4-FFF2-40B4-BE49-F238E27FC236}">
                    <a16:creationId xmlns:a16="http://schemas.microsoft.com/office/drawing/2014/main" id="{143B76ED-B237-B026-6F3F-4F8AE10C4606}"/>
                  </a:ext>
                </a:extLst>
              </p:cNvPr>
              <p:cNvSpPr txBox="1">
                <a:spLocks noRot="1" noChangeAspect="1" noMove="1" noResize="1" noEditPoints="1" noAdjustHandles="1" noChangeArrowheads="1" noChangeShapeType="1" noTextEdit="1"/>
              </p:cNvSpPr>
              <p:nvPr/>
            </p:nvSpPr>
            <p:spPr>
              <a:xfrm>
                <a:off x="838200" y="3701245"/>
                <a:ext cx="2271776" cy="461665"/>
              </a:xfrm>
              <a:prstGeom prst="rect">
                <a:avLst/>
              </a:prstGeom>
              <a:blipFill>
                <a:blip r:embed="rId4"/>
                <a:stretch>
                  <a:fillRect l="-1117" t="-10811" r="-3352" b="-29730"/>
                </a:stretch>
              </a:blipFill>
            </p:spPr>
            <p:txBody>
              <a:bodyPr/>
              <a:lstStyle/>
              <a:p>
                <a:r>
                  <a:rPr lang="en-US">
                    <a:noFill/>
                  </a:rPr>
                  <a:t> </a:t>
                </a:r>
              </a:p>
            </p:txBody>
          </p:sp>
        </mc:Fallback>
      </mc:AlternateContent>
    </p:spTree>
    <p:extLst>
      <p:ext uri="{BB962C8B-B14F-4D97-AF65-F5344CB8AC3E}">
        <p14:creationId xmlns:p14="http://schemas.microsoft.com/office/powerpoint/2010/main" val="181990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B30C1-B2B0-CC4D-BE7A-FD896073001A}"/>
              </a:ext>
            </a:extLst>
          </p:cNvPr>
          <p:cNvSpPr>
            <a:spLocks noGrp="1"/>
          </p:cNvSpPr>
          <p:nvPr>
            <p:ph type="title"/>
          </p:nvPr>
        </p:nvSpPr>
        <p:spPr/>
        <p:txBody>
          <a:bodyPr/>
          <a:lstStyle/>
          <a:p>
            <a:r>
              <a:rPr lang="en-US" dirty="0">
                <a:solidFill>
                  <a:srgbClr val="0070C0"/>
                </a:solidFill>
              </a:rPr>
              <a:t>Example</a:t>
            </a:r>
          </a:p>
        </p:txBody>
      </p:sp>
      <p:sp>
        <p:nvSpPr>
          <p:cNvPr id="3" name="Content Placeholder 2">
            <a:extLst>
              <a:ext uri="{FF2B5EF4-FFF2-40B4-BE49-F238E27FC236}">
                <a16:creationId xmlns:a16="http://schemas.microsoft.com/office/drawing/2014/main" id="{DD54BBA7-6BDD-CF4C-BEED-C4AF10DD9497}"/>
              </a:ext>
            </a:extLst>
          </p:cNvPr>
          <p:cNvSpPr>
            <a:spLocks noGrp="1"/>
          </p:cNvSpPr>
          <p:nvPr>
            <p:ph idx="1"/>
          </p:nvPr>
        </p:nvSpPr>
        <p:spPr>
          <a:xfrm>
            <a:off x="838200" y="1426326"/>
            <a:ext cx="10515600" cy="1130951"/>
          </a:xfrm>
        </p:spPr>
        <p:txBody>
          <a:bodyPr>
            <a:normAutofit fontScale="92500" lnSpcReduction="20000"/>
          </a:bodyPr>
          <a:lstStyle/>
          <a:p>
            <a:pPr marL="0" indent="0">
              <a:lnSpc>
                <a:spcPct val="110000"/>
              </a:lnSpc>
              <a:buNone/>
            </a:pPr>
            <a:r>
              <a:rPr lang="en-US" sz="2400" dirty="0"/>
              <a:t>If there is an average of 4.8 fatal car accidents per day in the UK, what is the probability that there are </a:t>
            </a:r>
            <a:r>
              <a:rPr lang="en-US" sz="2400" b="1" dirty="0"/>
              <a:t>more than 40</a:t>
            </a:r>
            <a:r>
              <a:rPr lang="en-US" sz="2400" dirty="0"/>
              <a:t> fatal accidents in 1 week in the UK?</a:t>
            </a:r>
          </a:p>
          <a:p>
            <a:pPr marL="0" indent="0">
              <a:buNone/>
            </a:pPr>
            <a:r>
              <a:rPr lang="en-US" dirty="0"/>
              <a:t>	</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5820EA70-C4AC-3540-ADCE-6B59A5248636}"/>
                  </a:ext>
                </a:extLst>
              </p:cNvPr>
              <p:cNvSpPr/>
              <p:nvPr/>
            </p:nvSpPr>
            <p:spPr>
              <a:xfrm>
                <a:off x="78975" y="2661739"/>
                <a:ext cx="6968318" cy="11309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n-GB" sz="2400" b="0" i="1" smtClean="0">
                              <a:latin typeface="Cambria Math" panose="02040503050406030204" pitchFamily="18" charset="0"/>
                            </a:rPr>
                          </m:ctrlPr>
                        </m:naryPr>
                        <m:sub>
                          <m:r>
                            <m:rPr>
                              <m:brk m:alnAt="23"/>
                            </m:rPr>
                            <a:rPr lang="en-GB" sz="2400" b="0" i="1" smtClean="0">
                              <a:latin typeface="Cambria Math" panose="02040503050406030204" pitchFamily="18" charset="0"/>
                            </a:rPr>
                            <m:t>𝑛</m:t>
                          </m:r>
                          <m:r>
                            <a:rPr lang="en-GB" sz="2400" b="0" i="1" smtClean="0">
                              <a:latin typeface="Cambria Math" panose="02040503050406030204" pitchFamily="18" charset="0"/>
                            </a:rPr>
                            <m:t>=0</m:t>
                          </m:r>
                        </m:sub>
                        <m:sup>
                          <m:r>
                            <a:rPr lang="en-GB" sz="2400" b="0" i="1" smtClean="0">
                              <a:latin typeface="Cambria Math" panose="02040503050406030204" pitchFamily="18" charset="0"/>
                            </a:rPr>
                            <m:t>40</m:t>
                          </m:r>
                        </m:sup>
                        <m:e>
                          <m:r>
                            <a:rPr lang="en-GB" sz="2400" b="0" i="1" smtClean="0">
                              <a:latin typeface="Cambria Math" panose="02040503050406030204" pitchFamily="18" charset="0"/>
                            </a:rPr>
                            <m:t>𝑃</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𝑋</m:t>
                              </m:r>
                              <m:r>
                                <a:rPr lang="en-GB" sz="2400" b="0" i="1" smtClean="0">
                                  <a:latin typeface="Cambria Math" panose="02040503050406030204" pitchFamily="18" charset="0"/>
                                </a:rPr>
                                <m:t>=</m:t>
                              </m:r>
                              <m:r>
                                <a:rPr lang="en-GB" sz="2400" b="0" i="1" smtClean="0">
                                  <a:latin typeface="Cambria Math" panose="02040503050406030204" pitchFamily="18" charset="0"/>
                                </a:rPr>
                                <m:t>𝑛</m:t>
                              </m:r>
                            </m:e>
                          </m:d>
                          <m:r>
                            <a:rPr lang="en-GB" sz="2400" b="0" i="1" smtClean="0">
                              <a:latin typeface="Cambria Math" panose="02040503050406030204" pitchFamily="18" charset="0"/>
                            </a:rPr>
                            <m:t>=0.88, </m:t>
                          </m:r>
                          <m:r>
                            <a:rPr lang="en-GB" sz="2400" b="0" i="1" smtClean="0">
                              <a:latin typeface="Cambria Math" panose="02040503050406030204" pitchFamily="18" charset="0"/>
                            </a:rPr>
                            <m:t>𝑤𝑖𝑡h</m:t>
                          </m:r>
                          <m:r>
                            <a:rPr lang="en-GB" sz="2400" b="0" i="1" smtClean="0">
                              <a:latin typeface="Cambria Math" panose="02040503050406030204" pitchFamily="18" charset="0"/>
                            </a:rPr>
                            <m:t> </m:t>
                          </m:r>
                        </m:e>
                      </m:nary>
                      <m:r>
                        <a:rPr lang="en-GB" sz="2400" b="0" i="1" smtClean="0">
                          <a:latin typeface="Cambria Math" panose="02040503050406030204" pitchFamily="18" charset="0"/>
                        </a:rPr>
                        <m:t>𝑃</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𝑋</m:t>
                          </m:r>
                          <m:r>
                            <a:rPr lang="en-GB" sz="2400" b="0" i="1" smtClean="0">
                              <a:latin typeface="Cambria Math" panose="02040503050406030204" pitchFamily="18" charset="0"/>
                            </a:rPr>
                            <m:t>=</m:t>
                          </m:r>
                          <m:r>
                            <a:rPr lang="en-GB" sz="2400" b="0" i="1" smtClean="0">
                              <a:latin typeface="Cambria Math" panose="02040503050406030204" pitchFamily="18" charset="0"/>
                            </a:rPr>
                            <m:t>𝑛</m:t>
                          </m:r>
                        </m:e>
                      </m:d>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33.6</m:t>
                              </m:r>
                            </m:e>
                            <m:sup>
                              <m:r>
                                <a:rPr lang="en-GB" sz="2400" b="0" i="1" smtClean="0">
                                  <a:latin typeface="Cambria Math" panose="02040503050406030204" pitchFamily="18" charset="0"/>
                                  <a:ea typeface="Cambria Math" panose="02040503050406030204" pitchFamily="18" charset="0"/>
                                </a:rPr>
                                <m:t>𝑛</m:t>
                              </m:r>
                            </m:sup>
                          </m:sSup>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𝑒</m:t>
                              </m:r>
                            </m:e>
                            <m:sup>
                              <m:r>
                                <a:rPr lang="en-GB" sz="2400" b="0" i="1" smtClean="0">
                                  <a:latin typeface="Cambria Math" panose="02040503050406030204" pitchFamily="18" charset="0"/>
                                </a:rPr>
                                <m:t>−33.6</m:t>
                              </m:r>
                            </m:sup>
                          </m:sSup>
                        </m:num>
                        <m:den>
                          <m:r>
                            <a:rPr lang="en-GB" sz="2400" b="0" i="1" smtClean="0">
                              <a:latin typeface="Cambria Math" panose="02040503050406030204" pitchFamily="18" charset="0"/>
                              <a:ea typeface="Cambria Math" panose="02040503050406030204" pitchFamily="18" charset="0"/>
                            </a:rPr>
                            <m:t>𝑛</m:t>
                          </m:r>
                          <m:r>
                            <a:rPr lang="en-GB" sz="2400" b="0" i="1" smtClean="0">
                              <a:latin typeface="Cambria Math" panose="02040503050406030204" pitchFamily="18" charset="0"/>
                            </a:rPr>
                            <m:t>!</m:t>
                          </m:r>
                        </m:den>
                      </m:f>
                    </m:oMath>
                  </m:oMathPara>
                </a14:m>
                <a:endParaRPr lang="en-US" sz="2400" dirty="0"/>
              </a:p>
            </p:txBody>
          </p:sp>
        </mc:Choice>
        <mc:Fallback xmlns="">
          <p:sp>
            <p:nvSpPr>
              <p:cNvPr id="4" name="Rectangle 3">
                <a:extLst>
                  <a:ext uri="{FF2B5EF4-FFF2-40B4-BE49-F238E27FC236}">
                    <a16:creationId xmlns:a16="http://schemas.microsoft.com/office/drawing/2014/main" id="{5820EA70-C4AC-3540-ADCE-6B59A5248636}"/>
                  </a:ext>
                </a:extLst>
              </p:cNvPr>
              <p:cNvSpPr>
                <a:spLocks noRot="1" noChangeAspect="1" noMove="1" noResize="1" noEditPoints="1" noAdjustHandles="1" noChangeArrowheads="1" noChangeShapeType="1" noTextEdit="1"/>
              </p:cNvSpPr>
              <p:nvPr/>
            </p:nvSpPr>
            <p:spPr>
              <a:xfrm>
                <a:off x="78975" y="2661739"/>
                <a:ext cx="6968318" cy="1130951"/>
              </a:xfrm>
              <a:prstGeom prst="rect">
                <a:avLst/>
              </a:prstGeom>
              <a:blipFill>
                <a:blip r:embed="rId2"/>
                <a:stretch>
                  <a:fillRect l="-14390" t="-101111" b="-157778"/>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7EBEF189-5F33-4840-BA83-F11DDF587F88}"/>
              </a:ext>
            </a:extLst>
          </p:cNvPr>
          <p:cNvPicPr>
            <a:picLocks noChangeAspect="1"/>
          </p:cNvPicPr>
          <p:nvPr/>
        </p:nvPicPr>
        <p:blipFill>
          <a:blip r:embed="rId3"/>
          <a:stretch>
            <a:fillRect/>
          </a:stretch>
        </p:blipFill>
        <p:spPr>
          <a:xfrm>
            <a:off x="6457347" y="3199303"/>
            <a:ext cx="5486400" cy="3657600"/>
          </a:xfrm>
          <a:prstGeom prst="rect">
            <a:avLst/>
          </a:prstGeom>
        </p:spPr>
      </p:pic>
      <p:pic>
        <p:nvPicPr>
          <p:cNvPr id="6" name="Picture 5">
            <a:extLst>
              <a:ext uri="{FF2B5EF4-FFF2-40B4-BE49-F238E27FC236}">
                <a16:creationId xmlns:a16="http://schemas.microsoft.com/office/drawing/2014/main" id="{41D44D8D-2C3A-C680-FFDF-04436A957EF3}"/>
              </a:ext>
            </a:extLst>
          </p:cNvPr>
          <p:cNvPicPr>
            <a:picLocks noChangeAspect="1"/>
          </p:cNvPicPr>
          <p:nvPr/>
        </p:nvPicPr>
        <p:blipFill>
          <a:blip r:embed="rId4"/>
          <a:stretch>
            <a:fillRect/>
          </a:stretch>
        </p:blipFill>
        <p:spPr>
          <a:xfrm>
            <a:off x="328385" y="4238837"/>
            <a:ext cx="4071257" cy="323116"/>
          </a:xfrm>
          <a:prstGeom prst="rect">
            <a:avLst/>
          </a:prstGeom>
        </p:spPr>
      </p:pic>
    </p:spTree>
    <p:extLst>
      <p:ext uri="{BB962C8B-B14F-4D97-AF65-F5344CB8AC3E}">
        <p14:creationId xmlns:p14="http://schemas.microsoft.com/office/powerpoint/2010/main" val="1580925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599BF65-3FBF-1B41-8D32-3F74142708AA}"/>
                  </a:ext>
                </a:extLst>
              </p:cNvPr>
              <p:cNvSpPr>
                <a:spLocks noGrp="1"/>
              </p:cNvSpPr>
              <p:nvPr>
                <p:ph type="title"/>
              </p:nvPr>
            </p:nvSpPr>
            <p:spPr/>
            <p:txBody>
              <a:bodyPr>
                <a:normAutofit fontScale="90000"/>
              </a:bodyPr>
              <a:lstStyle/>
              <a:p>
                <a:pPr algn="ctr"/>
                <a:r>
                  <a:rPr lang="en-US" dirty="0">
                    <a:solidFill>
                      <a:srgbClr val="0070C0"/>
                    </a:solidFill>
                  </a:rPr>
                  <a:t>Poisson distribution </a:t>
                </a:r>
                <a:br>
                  <a:rPr lang="en-US" dirty="0">
                    <a:solidFill>
                      <a:srgbClr val="0070C0"/>
                    </a:solidFill>
                  </a:rPr>
                </a:br>
                <a:r>
                  <a:rPr lang="en-US" dirty="0">
                    <a:solidFill>
                      <a:srgbClr val="0070C0"/>
                    </a:solidFill>
                  </a:rPr>
                  <a:t>for different values of </a:t>
                </a:r>
                <a14:m>
                  <m:oMath xmlns:m="http://schemas.openxmlformats.org/officeDocument/2006/math">
                    <m:r>
                      <a:rPr lang="en-US" i="1">
                        <a:solidFill>
                          <a:srgbClr val="0070C0"/>
                        </a:solidFill>
                        <a:latin typeface="Cambria Math" panose="02040503050406030204" pitchFamily="18" charset="0"/>
                        <a:ea typeface="Cambria Math" panose="02040503050406030204" pitchFamily="18" charset="0"/>
                      </a:rPr>
                      <m:t>𝜆</m:t>
                    </m:r>
                    <m:r>
                      <a:rPr lang="en-GB" b="0" i="1" smtClean="0">
                        <a:solidFill>
                          <a:srgbClr val="0070C0"/>
                        </a:solidFill>
                        <a:latin typeface="Cambria Math" panose="02040503050406030204" pitchFamily="18" charset="0"/>
                        <a:ea typeface="Cambria Math" panose="02040503050406030204" pitchFamily="18" charset="0"/>
                      </a:rPr>
                      <m:t> (</m:t>
                    </m:r>
                    <m:r>
                      <a:rPr lang="en-GB" b="0" i="1" smtClean="0">
                        <a:solidFill>
                          <a:srgbClr val="0070C0"/>
                        </a:solidFill>
                        <a:latin typeface="Cambria Math" panose="02040503050406030204" pitchFamily="18" charset="0"/>
                        <a:ea typeface="Cambria Math" panose="02040503050406030204" pitchFamily="18" charset="0"/>
                      </a:rPr>
                      <m:t>𝑡</m:t>
                    </m:r>
                    <m:r>
                      <a:rPr lang="en-GB" b="0" i="1" smtClean="0">
                        <a:solidFill>
                          <a:srgbClr val="0070C0"/>
                        </a:solidFill>
                        <a:latin typeface="Cambria Math" panose="02040503050406030204" pitchFamily="18" charset="0"/>
                        <a:ea typeface="Cambria Math" panose="02040503050406030204" pitchFamily="18" charset="0"/>
                      </a:rPr>
                      <m:t>=1)</m:t>
                    </m:r>
                  </m:oMath>
                </a14:m>
                <a:r>
                  <a:rPr lang="en-US" dirty="0">
                    <a:solidFill>
                      <a:srgbClr val="0070C0"/>
                    </a:solidFill>
                  </a:rPr>
                  <a:t> </a:t>
                </a:r>
                <a:br>
                  <a:rPr lang="en-US" dirty="0"/>
                </a:br>
                <a:endParaRPr lang="en-US" dirty="0"/>
              </a:p>
            </p:txBody>
          </p:sp>
        </mc:Choice>
        <mc:Fallback xmlns="">
          <p:sp>
            <p:nvSpPr>
              <p:cNvPr id="2" name="Title 1">
                <a:extLst>
                  <a:ext uri="{FF2B5EF4-FFF2-40B4-BE49-F238E27FC236}">
                    <a16:creationId xmlns:a16="http://schemas.microsoft.com/office/drawing/2014/main" id="{B599BF65-3FBF-1B41-8D32-3F74142708AA}"/>
                  </a:ext>
                </a:extLst>
              </p:cNvPr>
              <p:cNvSpPr>
                <a:spLocks noGrp="1" noRot="1" noChangeAspect="1" noMove="1" noResize="1" noEditPoints="1" noAdjustHandles="1" noChangeArrowheads="1" noChangeShapeType="1" noTextEdit="1"/>
              </p:cNvSpPr>
              <p:nvPr>
                <p:ph type="title"/>
              </p:nvPr>
            </p:nvSpPr>
            <p:spPr>
              <a:blipFill>
                <a:blip r:embed="rId2"/>
                <a:stretch>
                  <a:fillRect t="-2857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7077EAFB-3E16-374A-8FB0-C3AFCA281DB9}"/>
              </a:ext>
            </a:extLst>
          </p:cNvPr>
          <p:cNvPicPr>
            <a:picLocks noChangeAspect="1"/>
          </p:cNvPicPr>
          <p:nvPr/>
        </p:nvPicPr>
        <p:blipFill>
          <a:blip r:embed="rId3"/>
          <a:stretch>
            <a:fillRect/>
          </a:stretch>
        </p:blipFill>
        <p:spPr>
          <a:xfrm>
            <a:off x="1809750" y="1643742"/>
            <a:ext cx="6517821" cy="5214257"/>
          </a:xfrm>
          <a:prstGeom prst="rect">
            <a:avLst/>
          </a:prstGeom>
        </p:spPr>
      </p:pic>
      <p:sp>
        <p:nvSpPr>
          <p:cNvPr id="7" name="TextBox 6">
            <a:extLst>
              <a:ext uri="{FF2B5EF4-FFF2-40B4-BE49-F238E27FC236}">
                <a16:creationId xmlns:a16="http://schemas.microsoft.com/office/drawing/2014/main" id="{9092E988-C793-EA41-9E45-7908E02347AF}"/>
              </a:ext>
            </a:extLst>
          </p:cNvPr>
          <p:cNvSpPr txBox="1"/>
          <p:nvPr/>
        </p:nvSpPr>
        <p:spPr>
          <a:xfrm>
            <a:off x="8327571" y="5900057"/>
            <a:ext cx="2321148" cy="369332"/>
          </a:xfrm>
          <a:prstGeom prst="rect">
            <a:avLst/>
          </a:prstGeom>
          <a:noFill/>
        </p:spPr>
        <p:txBody>
          <a:bodyPr wrap="none" rtlCol="0">
            <a:spAutoFit/>
          </a:bodyPr>
          <a:lstStyle/>
          <a:p>
            <a:r>
              <a:rPr lang="en-US" dirty="0"/>
              <a:t>Figure from Wikipedia.</a:t>
            </a:r>
          </a:p>
        </p:txBody>
      </p:sp>
    </p:spTree>
    <p:extLst>
      <p:ext uri="{BB962C8B-B14F-4D97-AF65-F5344CB8AC3E}">
        <p14:creationId xmlns:p14="http://schemas.microsoft.com/office/powerpoint/2010/main" val="1329592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0CC8-9A5E-C60E-52F0-503E81458B3B}"/>
              </a:ext>
            </a:extLst>
          </p:cNvPr>
          <p:cNvSpPr>
            <a:spLocks noGrp="1"/>
          </p:cNvSpPr>
          <p:nvPr>
            <p:ph type="title"/>
          </p:nvPr>
        </p:nvSpPr>
        <p:spPr/>
        <p:txBody>
          <a:bodyPr/>
          <a:lstStyle/>
          <a:p>
            <a:r>
              <a:rPr lang="en-US" dirty="0">
                <a:solidFill>
                  <a:srgbClr val="0070C0"/>
                </a:solidFill>
              </a:rPr>
              <a:t>Continuous distributions</a:t>
            </a:r>
          </a:p>
        </p:txBody>
      </p:sp>
      <p:sp>
        <p:nvSpPr>
          <p:cNvPr id="3" name="Content Placeholder 2">
            <a:extLst>
              <a:ext uri="{FF2B5EF4-FFF2-40B4-BE49-F238E27FC236}">
                <a16:creationId xmlns:a16="http://schemas.microsoft.com/office/drawing/2014/main" id="{4E6171B4-315A-A29C-9BE6-BDA979C373F7}"/>
              </a:ext>
            </a:extLst>
          </p:cNvPr>
          <p:cNvSpPr>
            <a:spLocks noGrp="1"/>
          </p:cNvSpPr>
          <p:nvPr>
            <p:ph idx="1"/>
          </p:nvPr>
        </p:nvSpPr>
        <p:spPr/>
        <p:txBody>
          <a:bodyPr/>
          <a:lstStyle/>
          <a:p>
            <a:r>
              <a:rPr lang="en-US" dirty="0"/>
              <a:t>Uniform</a:t>
            </a:r>
          </a:p>
          <a:p>
            <a:r>
              <a:rPr lang="en-US" dirty="0"/>
              <a:t>Normal</a:t>
            </a:r>
          </a:p>
          <a:p>
            <a:r>
              <a:rPr lang="en-US" dirty="0"/>
              <a:t>Exponential</a:t>
            </a:r>
          </a:p>
          <a:p>
            <a:r>
              <a:rPr lang="en-US" dirty="0"/>
              <a:t>Lognormal</a:t>
            </a:r>
          </a:p>
        </p:txBody>
      </p:sp>
    </p:spTree>
    <p:extLst>
      <p:ext uri="{BB962C8B-B14F-4D97-AF65-F5344CB8AC3E}">
        <p14:creationId xmlns:p14="http://schemas.microsoft.com/office/powerpoint/2010/main" val="358499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38BCF-9EBF-B6E1-8C95-DA2A53AF583E}"/>
              </a:ext>
            </a:extLst>
          </p:cNvPr>
          <p:cNvSpPr>
            <a:spLocks noGrp="1"/>
          </p:cNvSpPr>
          <p:nvPr>
            <p:ph type="title"/>
          </p:nvPr>
        </p:nvSpPr>
        <p:spPr/>
        <p:txBody>
          <a:bodyPr/>
          <a:lstStyle/>
          <a:p>
            <a:r>
              <a:rPr lang="en-US" dirty="0">
                <a:solidFill>
                  <a:srgbClr val="0070C0"/>
                </a:solidFill>
              </a:rPr>
              <a:t>Uniform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1D4C42-312B-ED1E-75D6-E26FFF08737C}"/>
                  </a:ext>
                </a:extLst>
              </p:cNvPr>
              <p:cNvSpPr>
                <a:spLocks noGrp="1"/>
              </p:cNvSpPr>
              <p:nvPr>
                <p:ph idx="1"/>
              </p:nvPr>
            </p:nvSpPr>
            <p:spPr/>
            <p:txBody>
              <a:bodyPr/>
              <a:lstStyle/>
              <a:p>
                <a:pPr marL="0" indent="0">
                  <a:buNone/>
                </a:pPr>
                <a:r>
                  <a:rPr lang="en-US" dirty="0"/>
                  <a:t>A continuous variable </a:t>
                </a:r>
                <a14:m>
                  <m:oMath xmlns:m="http://schemas.openxmlformats.org/officeDocument/2006/math">
                    <m:r>
                      <a:rPr lang="en-GB" b="0" i="1" smtClean="0">
                        <a:latin typeface="Cambria Math" panose="02040503050406030204" pitchFamily="18" charset="0"/>
                      </a:rPr>
                      <m:t>𝑋</m:t>
                    </m:r>
                  </m:oMath>
                </a14:m>
                <a:r>
                  <a:rPr lang="en-US" dirty="0"/>
                  <a:t> is uniformly distributed in the interval </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oMath>
                </a14:m>
                <a:r>
                  <a:rPr lang="en-US" dirty="0"/>
                  <a:t> if its probability density function is as follows:</a:t>
                </a:r>
              </a:p>
            </p:txBody>
          </p:sp>
        </mc:Choice>
        <mc:Fallback xmlns="">
          <p:sp>
            <p:nvSpPr>
              <p:cNvPr id="3" name="Content Placeholder 2">
                <a:extLst>
                  <a:ext uri="{FF2B5EF4-FFF2-40B4-BE49-F238E27FC236}">
                    <a16:creationId xmlns:a16="http://schemas.microsoft.com/office/drawing/2014/main" id="{BD1D4C42-312B-ED1E-75D6-E26FFF08737C}"/>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55EAFA4-944A-A2F5-8971-5410FEF2301D}"/>
              </a:ext>
            </a:extLst>
          </p:cNvPr>
          <p:cNvPicPr>
            <a:picLocks noChangeAspect="1"/>
          </p:cNvPicPr>
          <p:nvPr/>
        </p:nvPicPr>
        <p:blipFill>
          <a:blip r:embed="rId3"/>
          <a:stretch>
            <a:fillRect/>
          </a:stretch>
        </p:blipFill>
        <p:spPr>
          <a:xfrm>
            <a:off x="838200" y="3067049"/>
            <a:ext cx="6681537" cy="1217083"/>
          </a:xfrm>
          <a:prstGeom prst="rect">
            <a:avLst/>
          </a:prstGeom>
        </p:spPr>
      </p:pic>
      <p:pic>
        <p:nvPicPr>
          <p:cNvPr id="5" name="Picture 4">
            <a:extLst>
              <a:ext uri="{FF2B5EF4-FFF2-40B4-BE49-F238E27FC236}">
                <a16:creationId xmlns:a16="http://schemas.microsoft.com/office/drawing/2014/main" id="{B1335126-8166-111B-E48E-DA9F5F21F354}"/>
              </a:ext>
            </a:extLst>
          </p:cNvPr>
          <p:cNvPicPr>
            <a:picLocks noChangeAspect="1"/>
          </p:cNvPicPr>
          <p:nvPr/>
        </p:nvPicPr>
        <p:blipFill>
          <a:blip r:embed="rId4"/>
          <a:stretch>
            <a:fillRect/>
          </a:stretch>
        </p:blipFill>
        <p:spPr>
          <a:xfrm>
            <a:off x="838200" y="4843994"/>
            <a:ext cx="6714214" cy="1332969"/>
          </a:xfrm>
          <a:prstGeom prst="rect">
            <a:avLst/>
          </a:prstGeom>
        </p:spPr>
      </p:pic>
      <p:sp>
        <p:nvSpPr>
          <p:cNvPr id="6" name="TextBox 5">
            <a:extLst>
              <a:ext uri="{FF2B5EF4-FFF2-40B4-BE49-F238E27FC236}">
                <a16:creationId xmlns:a16="http://schemas.microsoft.com/office/drawing/2014/main" id="{ACD016C7-3325-8BFC-6834-1A91477DD89F}"/>
              </a:ext>
            </a:extLst>
          </p:cNvPr>
          <p:cNvSpPr txBox="1"/>
          <p:nvPr/>
        </p:nvSpPr>
        <p:spPr>
          <a:xfrm>
            <a:off x="838200" y="6268524"/>
            <a:ext cx="4900188" cy="369332"/>
          </a:xfrm>
          <a:prstGeom prst="rect">
            <a:avLst/>
          </a:prstGeom>
          <a:solidFill>
            <a:schemeClr val="accent4">
              <a:lumMod val="20000"/>
              <a:lumOff val="80000"/>
            </a:schemeClr>
          </a:solidFill>
        </p:spPr>
        <p:txBody>
          <a:bodyPr wrap="none" rtlCol="0">
            <a:spAutoFit/>
          </a:bodyPr>
          <a:lstStyle/>
          <a:p>
            <a:r>
              <a:rPr lang="en-US" dirty="0"/>
              <a:t>(remember example of waiting time at bus stop)</a:t>
            </a:r>
          </a:p>
        </p:txBody>
      </p:sp>
      <p:pic>
        <p:nvPicPr>
          <p:cNvPr id="7" name="Picture 6">
            <a:extLst>
              <a:ext uri="{FF2B5EF4-FFF2-40B4-BE49-F238E27FC236}">
                <a16:creationId xmlns:a16="http://schemas.microsoft.com/office/drawing/2014/main" id="{57D94940-5680-1A62-6016-CB45ABE807E5}"/>
              </a:ext>
            </a:extLst>
          </p:cNvPr>
          <p:cNvPicPr>
            <a:picLocks noChangeAspect="1"/>
          </p:cNvPicPr>
          <p:nvPr/>
        </p:nvPicPr>
        <p:blipFill>
          <a:blip r:embed="rId5"/>
          <a:stretch>
            <a:fillRect/>
          </a:stretch>
        </p:blipFill>
        <p:spPr>
          <a:xfrm>
            <a:off x="8308416" y="2370456"/>
            <a:ext cx="3654984" cy="2610268"/>
          </a:xfrm>
          <a:prstGeom prst="rect">
            <a:avLst/>
          </a:prstGeom>
        </p:spPr>
      </p:pic>
    </p:spTree>
    <p:extLst>
      <p:ext uri="{BB962C8B-B14F-4D97-AF65-F5344CB8AC3E}">
        <p14:creationId xmlns:p14="http://schemas.microsoft.com/office/powerpoint/2010/main" val="168286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299A8-B0C9-E666-52F0-009E7934B25F}"/>
              </a:ext>
            </a:extLst>
          </p:cNvPr>
          <p:cNvSpPr>
            <a:spLocks noGrp="1"/>
          </p:cNvSpPr>
          <p:nvPr>
            <p:ph type="title"/>
          </p:nvPr>
        </p:nvSpPr>
        <p:spPr/>
        <p:txBody>
          <a:bodyPr/>
          <a:lstStyle/>
          <a:p>
            <a:r>
              <a:rPr lang="en-US" dirty="0">
                <a:solidFill>
                  <a:srgbClr val="0070C0"/>
                </a:solidFill>
              </a:rPr>
              <a:t>Normal or Gaussian distribution</a:t>
            </a:r>
            <a:endParaRPr lang="en-US" dirty="0"/>
          </a:p>
        </p:txBody>
      </p:sp>
      <p:sp>
        <p:nvSpPr>
          <p:cNvPr id="3" name="Content Placeholder 2">
            <a:extLst>
              <a:ext uri="{FF2B5EF4-FFF2-40B4-BE49-F238E27FC236}">
                <a16:creationId xmlns:a16="http://schemas.microsoft.com/office/drawing/2014/main" id="{87CB4479-13C7-4588-3745-9CCB90167914}"/>
              </a:ext>
            </a:extLst>
          </p:cNvPr>
          <p:cNvSpPr>
            <a:spLocks noGrp="1"/>
          </p:cNvSpPr>
          <p:nvPr>
            <p:ph idx="1"/>
          </p:nvPr>
        </p:nvSpPr>
        <p:spPr>
          <a:xfrm>
            <a:off x="838200" y="1825625"/>
            <a:ext cx="10515600" cy="4351338"/>
          </a:xfrm>
        </p:spPr>
        <p:txBody>
          <a:bodyPr>
            <a:normAutofit/>
          </a:bodyPr>
          <a:lstStyle/>
          <a:p>
            <a:r>
              <a:rPr lang="en-US" sz="3200" dirty="0"/>
              <a:t>One of the most important distributions used in statistics.</a:t>
            </a:r>
          </a:p>
          <a:p>
            <a:r>
              <a:rPr lang="en-US" sz="3200" dirty="0"/>
              <a:t>Name given by Carl Friedrich Gauss (1777-1855), a German mathematician, astronomer , geodesist and physicist.</a:t>
            </a:r>
          </a:p>
          <a:p>
            <a:r>
              <a:rPr lang="en-US" sz="3200" dirty="0"/>
              <a:t>Gauss observed that the geodesy and astronomy </a:t>
            </a:r>
            <a:r>
              <a:rPr lang="en-US" sz="3200" dirty="0">
                <a:solidFill>
                  <a:srgbClr val="FF0000"/>
                </a:solidFill>
              </a:rPr>
              <a:t>measurements deviate from their true value in a symmetric way</a:t>
            </a:r>
            <a:r>
              <a:rPr lang="en-US" sz="3200" dirty="0"/>
              <a:t>.</a:t>
            </a:r>
          </a:p>
        </p:txBody>
      </p:sp>
    </p:spTree>
    <p:extLst>
      <p:ext uri="{BB962C8B-B14F-4D97-AF65-F5344CB8AC3E}">
        <p14:creationId xmlns:p14="http://schemas.microsoft.com/office/powerpoint/2010/main" val="2385655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87A12-130D-8F97-1FD1-591BA6C43F4E}"/>
              </a:ext>
            </a:extLst>
          </p:cNvPr>
          <p:cNvSpPr>
            <a:spLocks noGrp="1"/>
          </p:cNvSpPr>
          <p:nvPr>
            <p:ph type="title"/>
          </p:nvPr>
        </p:nvSpPr>
        <p:spPr/>
        <p:txBody>
          <a:bodyPr/>
          <a:lstStyle/>
          <a:p>
            <a:r>
              <a:rPr lang="en-US" dirty="0">
                <a:solidFill>
                  <a:srgbClr val="0070C0"/>
                </a:solidFill>
              </a:rPr>
              <a:t>Normal or Gaussian distribution</a:t>
            </a:r>
          </a:p>
        </p:txBody>
      </p:sp>
      <p:grpSp>
        <p:nvGrpSpPr>
          <p:cNvPr id="10" name="Group 9">
            <a:extLst>
              <a:ext uri="{FF2B5EF4-FFF2-40B4-BE49-F238E27FC236}">
                <a16:creationId xmlns:a16="http://schemas.microsoft.com/office/drawing/2014/main" id="{4B2B9104-3C3A-8B9C-2E17-836FB61854CD}"/>
              </a:ext>
            </a:extLst>
          </p:cNvPr>
          <p:cNvGrpSpPr/>
          <p:nvPr/>
        </p:nvGrpSpPr>
        <p:grpSpPr>
          <a:xfrm>
            <a:off x="1066800" y="1690688"/>
            <a:ext cx="6911235" cy="2245310"/>
            <a:chOff x="1066800" y="1690688"/>
            <a:chExt cx="6911235" cy="2245310"/>
          </a:xfrm>
        </p:grpSpPr>
        <p:pic>
          <p:nvPicPr>
            <p:cNvPr id="5" name="Picture 4">
              <a:extLst>
                <a:ext uri="{FF2B5EF4-FFF2-40B4-BE49-F238E27FC236}">
                  <a16:creationId xmlns:a16="http://schemas.microsoft.com/office/drawing/2014/main" id="{1B1DFA5C-33C0-B713-8922-209B3F6BD465}"/>
                </a:ext>
              </a:extLst>
            </p:cNvPr>
            <p:cNvPicPr>
              <a:picLocks noChangeAspect="1"/>
            </p:cNvPicPr>
            <p:nvPr/>
          </p:nvPicPr>
          <p:blipFill>
            <a:blip r:embed="rId2"/>
            <a:stretch>
              <a:fillRect/>
            </a:stretch>
          </p:blipFill>
          <p:spPr>
            <a:xfrm>
              <a:off x="1066800" y="1690688"/>
              <a:ext cx="6117167" cy="1400660"/>
            </a:xfrm>
            <a:prstGeom prst="rect">
              <a:avLst/>
            </a:prstGeom>
          </p:spPr>
        </p:pic>
        <p:pic>
          <p:nvPicPr>
            <p:cNvPr id="6" name="Picture 5">
              <a:extLst>
                <a:ext uri="{FF2B5EF4-FFF2-40B4-BE49-F238E27FC236}">
                  <a16:creationId xmlns:a16="http://schemas.microsoft.com/office/drawing/2014/main" id="{3DF06742-4231-D55E-65BB-AA3747FEC572}"/>
                </a:ext>
              </a:extLst>
            </p:cNvPr>
            <p:cNvPicPr>
              <a:picLocks noChangeAspect="1"/>
            </p:cNvPicPr>
            <p:nvPr/>
          </p:nvPicPr>
          <p:blipFill>
            <a:blip r:embed="rId3"/>
            <a:stretch>
              <a:fillRect/>
            </a:stretch>
          </p:blipFill>
          <p:spPr>
            <a:xfrm>
              <a:off x="1066800" y="3023715"/>
              <a:ext cx="6911235" cy="912283"/>
            </a:xfrm>
            <a:prstGeom prst="rect">
              <a:avLst/>
            </a:prstGeom>
          </p:spPr>
        </p:pic>
      </p:grpSp>
      <p:grpSp>
        <p:nvGrpSpPr>
          <p:cNvPr id="11" name="Group 10">
            <a:extLst>
              <a:ext uri="{FF2B5EF4-FFF2-40B4-BE49-F238E27FC236}">
                <a16:creationId xmlns:a16="http://schemas.microsoft.com/office/drawing/2014/main" id="{276D2551-1B3A-6782-A452-B96B81BBCF04}"/>
              </a:ext>
            </a:extLst>
          </p:cNvPr>
          <p:cNvGrpSpPr/>
          <p:nvPr/>
        </p:nvGrpSpPr>
        <p:grpSpPr>
          <a:xfrm>
            <a:off x="1066800" y="4541463"/>
            <a:ext cx="10287000" cy="733530"/>
            <a:chOff x="1066800" y="4541463"/>
            <a:chExt cx="10287000" cy="733530"/>
          </a:xfrm>
        </p:grpSpPr>
        <p:pic>
          <p:nvPicPr>
            <p:cNvPr id="7" name="Picture 6">
              <a:extLst>
                <a:ext uri="{FF2B5EF4-FFF2-40B4-BE49-F238E27FC236}">
                  <a16:creationId xmlns:a16="http://schemas.microsoft.com/office/drawing/2014/main" id="{220BDF7B-4D77-DE07-DB42-7A207F2117FB}"/>
                </a:ext>
              </a:extLst>
            </p:cNvPr>
            <p:cNvPicPr>
              <a:picLocks noChangeAspect="1"/>
            </p:cNvPicPr>
            <p:nvPr/>
          </p:nvPicPr>
          <p:blipFill>
            <a:blip r:embed="rId4"/>
            <a:stretch>
              <a:fillRect/>
            </a:stretch>
          </p:blipFill>
          <p:spPr>
            <a:xfrm>
              <a:off x="1066800" y="4541463"/>
              <a:ext cx="2472267" cy="73353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984BF3A-66FE-CDAC-8FD0-AD6EEAB82E23}"/>
                    </a:ext>
                  </a:extLst>
                </p:cNvPr>
                <p:cNvSpPr txBox="1"/>
                <p:nvPr/>
              </p:nvSpPr>
              <p:spPr>
                <a:xfrm>
                  <a:off x="4260961" y="4700084"/>
                  <a:ext cx="7092839" cy="369332"/>
                </a:xfrm>
                <a:prstGeom prst="rect">
                  <a:avLst/>
                </a:prstGeom>
                <a:solidFill>
                  <a:schemeClr val="accent3">
                    <a:lumMod val="20000"/>
                    <a:lumOff val="80000"/>
                  </a:schemeClr>
                </a:solidFill>
              </p:spPr>
              <p:txBody>
                <a:bodyPr wrap="none" rtlCol="0">
                  <a:spAutoFit/>
                </a:bodyPr>
                <a:lstStyle/>
                <a:p>
                  <a:r>
                    <a:rPr lang="en-US" dirty="0"/>
                    <a:t>Notation to indicate that the random variable </a:t>
                  </a:r>
                  <a14:m>
                    <m:oMath xmlns:m="http://schemas.openxmlformats.org/officeDocument/2006/math">
                      <m:r>
                        <a:rPr lang="en-GB" b="0" i="1" smtClean="0">
                          <a:latin typeface="Cambria Math" panose="02040503050406030204" pitchFamily="18" charset="0"/>
                        </a:rPr>
                        <m:t>𝑋</m:t>
                      </m:r>
                    </m:oMath>
                  </a14:m>
                  <a:r>
                    <a:rPr lang="en-US" dirty="0"/>
                    <a:t> is normally distributed</a:t>
                  </a:r>
                </a:p>
              </p:txBody>
            </p:sp>
          </mc:Choice>
          <mc:Fallback xmlns="">
            <p:sp>
              <p:nvSpPr>
                <p:cNvPr id="8" name="TextBox 7">
                  <a:extLst>
                    <a:ext uri="{FF2B5EF4-FFF2-40B4-BE49-F238E27FC236}">
                      <a16:creationId xmlns:a16="http://schemas.microsoft.com/office/drawing/2014/main" id="{E984BF3A-66FE-CDAC-8FD0-AD6EEAB82E23}"/>
                    </a:ext>
                  </a:extLst>
                </p:cNvPr>
                <p:cNvSpPr txBox="1">
                  <a:spLocks noRot="1" noChangeAspect="1" noMove="1" noResize="1" noEditPoints="1" noAdjustHandles="1" noChangeArrowheads="1" noChangeShapeType="1" noTextEdit="1"/>
                </p:cNvSpPr>
                <p:nvPr/>
              </p:nvSpPr>
              <p:spPr>
                <a:xfrm>
                  <a:off x="4260961" y="4700084"/>
                  <a:ext cx="7092839" cy="369332"/>
                </a:xfrm>
                <a:prstGeom prst="rect">
                  <a:avLst/>
                </a:prstGeom>
                <a:blipFill>
                  <a:blip r:embed="rId5"/>
                  <a:stretch>
                    <a:fillRect l="-714" t="-6667" b="-26667"/>
                  </a:stretch>
                </a:blipFill>
              </p:spPr>
              <p:txBody>
                <a:bodyPr/>
                <a:lstStyle/>
                <a:p>
                  <a:r>
                    <a:rPr lang="en-US">
                      <a:noFill/>
                    </a:rPr>
                    <a:t> </a:t>
                  </a:r>
                </a:p>
              </p:txBody>
            </p:sp>
          </mc:Fallback>
        </mc:AlternateContent>
      </p:grpSp>
      <p:pic>
        <p:nvPicPr>
          <p:cNvPr id="9" name="Picture 8">
            <a:extLst>
              <a:ext uri="{FF2B5EF4-FFF2-40B4-BE49-F238E27FC236}">
                <a16:creationId xmlns:a16="http://schemas.microsoft.com/office/drawing/2014/main" id="{A51B3D4D-75CB-3233-A716-58C0C8BD70A3}"/>
              </a:ext>
            </a:extLst>
          </p:cNvPr>
          <p:cNvPicPr>
            <a:picLocks noChangeAspect="1"/>
          </p:cNvPicPr>
          <p:nvPr/>
        </p:nvPicPr>
        <p:blipFill>
          <a:blip r:embed="rId6"/>
          <a:stretch>
            <a:fillRect/>
          </a:stretch>
        </p:blipFill>
        <p:spPr>
          <a:xfrm>
            <a:off x="1082151" y="5593662"/>
            <a:ext cx="5707386" cy="751704"/>
          </a:xfrm>
          <a:prstGeom prst="rect">
            <a:avLst/>
          </a:prstGeom>
        </p:spPr>
      </p:pic>
    </p:spTree>
    <p:extLst>
      <p:ext uri="{BB962C8B-B14F-4D97-AF65-F5344CB8AC3E}">
        <p14:creationId xmlns:p14="http://schemas.microsoft.com/office/powerpoint/2010/main" val="3657175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ED522-0AFA-201E-D4C4-10B006680A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E93E78-40AE-E492-5395-91C74EB68A97}"/>
              </a:ext>
            </a:extLst>
          </p:cNvPr>
          <p:cNvSpPr>
            <a:spLocks noGrp="1"/>
          </p:cNvSpPr>
          <p:nvPr>
            <p:ph type="title"/>
          </p:nvPr>
        </p:nvSpPr>
        <p:spPr/>
        <p:txBody>
          <a:bodyPr/>
          <a:lstStyle/>
          <a:p>
            <a:r>
              <a:rPr lang="en-US" dirty="0">
                <a:solidFill>
                  <a:srgbClr val="0070C0"/>
                </a:solidFill>
              </a:rPr>
              <a:t>Normal or Gaussian distribution</a:t>
            </a:r>
          </a:p>
        </p:txBody>
      </p:sp>
      <p:pic>
        <p:nvPicPr>
          <p:cNvPr id="5" name="Picture 4">
            <a:extLst>
              <a:ext uri="{FF2B5EF4-FFF2-40B4-BE49-F238E27FC236}">
                <a16:creationId xmlns:a16="http://schemas.microsoft.com/office/drawing/2014/main" id="{C37AC2D1-5312-8797-4BD0-E1ED53B53911}"/>
              </a:ext>
            </a:extLst>
          </p:cNvPr>
          <p:cNvPicPr>
            <a:picLocks noChangeAspect="1"/>
          </p:cNvPicPr>
          <p:nvPr/>
        </p:nvPicPr>
        <p:blipFill>
          <a:blip r:embed="rId2"/>
          <a:stretch>
            <a:fillRect/>
          </a:stretch>
        </p:blipFill>
        <p:spPr>
          <a:xfrm>
            <a:off x="838200" y="1690688"/>
            <a:ext cx="5789190" cy="1325563"/>
          </a:xfrm>
          <a:prstGeom prst="rect">
            <a:avLst/>
          </a:prstGeom>
        </p:spPr>
      </p:pic>
      <p:pic>
        <p:nvPicPr>
          <p:cNvPr id="3" name="Picture 2">
            <a:extLst>
              <a:ext uri="{FF2B5EF4-FFF2-40B4-BE49-F238E27FC236}">
                <a16:creationId xmlns:a16="http://schemas.microsoft.com/office/drawing/2014/main" id="{9546EEA8-B81F-A465-94A5-85BF894F9474}"/>
              </a:ext>
            </a:extLst>
          </p:cNvPr>
          <p:cNvPicPr>
            <a:picLocks noChangeAspect="1"/>
          </p:cNvPicPr>
          <p:nvPr/>
        </p:nvPicPr>
        <p:blipFill>
          <a:blip r:embed="rId3"/>
          <a:stretch>
            <a:fillRect/>
          </a:stretch>
        </p:blipFill>
        <p:spPr>
          <a:xfrm>
            <a:off x="1628874" y="3649133"/>
            <a:ext cx="8112224" cy="2645833"/>
          </a:xfrm>
          <a:prstGeom prst="rect">
            <a:avLst/>
          </a:prstGeom>
        </p:spPr>
      </p:pic>
    </p:spTree>
    <p:extLst>
      <p:ext uri="{BB962C8B-B14F-4D97-AF65-F5344CB8AC3E}">
        <p14:creationId xmlns:p14="http://schemas.microsoft.com/office/powerpoint/2010/main" val="372723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3DFF2-8ACC-D9A3-005F-82EBD491CF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6DC2C-17A2-AEA1-2D50-23C5692AC75D}"/>
              </a:ext>
            </a:extLst>
          </p:cNvPr>
          <p:cNvSpPr>
            <a:spLocks noGrp="1"/>
          </p:cNvSpPr>
          <p:nvPr>
            <p:ph type="title"/>
          </p:nvPr>
        </p:nvSpPr>
        <p:spPr/>
        <p:txBody>
          <a:bodyPr/>
          <a:lstStyle/>
          <a:p>
            <a:r>
              <a:rPr lang="en-US" dirty="0">
                <a:solidFill>
                  <a:srgbClr val="0070C0"/>
                </a:solidFill>
              </a:rPr>
              <a:t>Normal or Gaussian distribution</a:t>
            </a:r>
          </a:p>
        </p:txBody>
      </p:sp>
      <p:pic>
        <p:nvPicPr>
          <p:cNvPr id="4" name="Picture 3">
            <a:extLst>
              <a:ext uri="{FF2B5EF4-FFF2-40B4-BE49-F238E27FC236}">
                <a16:creationId xmlns:a16="http://schemas.microsoft.com/office/drawing/2014/main" id="{FEF24BB0-45BF-9E0B-26D1-8526BF78E712}"/>
              </a:ext>
            </a:extLst>
          </p:cNvPr>
          <p:cNvPicPr>
            <a:picLocks noChangeAspect="1"/>
          </p:cNvPicPr>
          <p:nvPr/>
        </p:nvPicPr>
        <p:blipFill>
          <a:blip r:embed="rId2"/>
          <a:stretch>
            <a:fillRect/>
          </a:stretch>
        </p:blipFill>
        <p:spPr>
          <a:xfrm>
            <a:off x="1867247" y="2948516"/>
            <a:ext cx="7971629" cy="3841749"/>
          </a:xfrm>
          <a:prstGeom prst="rect">
            <a:avLst/>
          </a:prstGeom>
        </p:spPr>
      </p:pic>
      <p:pic>
        <p:nvPicPr>
          <p:cNvPr id="6" name="Picture 5">
            <a:extLst>
              <a:ext uri="{FF2B5EF4-FFF2-40B4-BE49-F238E27FC236}">
                <a16:creationId xmlns:a16="http://schemas.microsoft.com/office/drawing/2014/main" id="{943DC8FA-F777-5EBA-B6AF-62A0784CCFA4}"/>
              </a:ext>
            </a:extLst>
          </p:cNvPr>
          <p:cNvPicPr>
            <a:picLocks noChangeAspect="1"/>
          </p:cNvPicPr>
          <p:nvPr/>
        </p:nvPicPr>
        <p:blipFill>
          <a:blip r:embed="rId3"/>
          <a:stretch>
            <a:fillRect/>
          </a:stretch>
        </p:blipFill>
        <p:spPr>
          <a:xfrm>
            <a:off x="838200" y="1690688"/>
            <a:ext cx="5789190" cy="1325563"/>
          </a:xfrm>
          <a:prstGeom prst="rect">
            <a:avLst/>
          </a:prstGeom>
        </p:spPr>
      </p:pic>
    </p:spTree>
    <p:extLst>
      <p:ext uri="{BB962C8B-B14F-4D97-AF65-F5344CB8AC3E}">
        <p14:creationId xmlns:p14="http://schemas.microsoft.com/office/powerpoint/2010/main" val="1703670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20F0C-623D-CE2F-D939-CAD850CF9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4425A-7E3C-0F90-ACC1-FFC5B9B984E1}"/>
              </a:ext>
            </a:extLst>
          </p:cNvPr>
          <p:cNvSpPr>
            <a:spLocks noGrp="1"/>
          </p:cNvSpPr>
          <p:nvPr>
            <p:ph type="title"/>
          </p:nvPr>
        </p:nvSpPr>
        <p:spPr/>
        <p:txBody>
          <a:bodyPr/>
          <a:lstStyle/>
          <a:p>
            <a:r>
              <a:rPr lang="en-US" dirty="0">
                <a:solidFill>
                  <a:srgbClr val="0070C0"/>
                </a:solidFill>
              </a:rPr>
              <a:t>Normal or Gaussian distribution</a:t>
            </a:r>
          </a:p>
        </p:txBody>
      </p:sp>
      <p:pic>
        <p:nvPicPr>
          <p:cNvPr id="5" name="Picture 4">
            <a:extLst>
              <a:ext uri="{FF2B5EF4-FFF2-40B4-BE49-F238E27FC236}">
                <a16:creationId xmlns:a16="http://schemas.microsoft.com/office/drawing/2014/main" id="{0AAEF83B-9AA9-17B8-7A92-1A9F5FBCC3CE}"/>
              </a:ext>
            </a:extLst>
          </p:cNvPr>
          <p:cNvPicPr>
            <a:picLocks noChangeAspect="1"/>
          </p:cNvPicPr>
          <p:nvPr/>
        </p:nvPicPr>
        <p:blipFill>
          <a:blip r:embed="rId2"/>
          <a:stretch>
            <a:fillRect/>
          </a:stretch>
        </p:blipFill>
        <p:spPr>
          <a:xfrm>
            <a:off x="692045" y="1522472"/>
            <a:ext cx="5789190" cy="1325563"/>
          </a:xfrm>
          <a:prstGeom prst="rect">
            <a:avLst/>
          </a:prstGeom>
        </p:spPr>
      </p:pic>
      <p:grpSp>
        <p:nvGrpSpPr>
          <p:cNvPr id="3" name="Group 2">
            <a:extLst>
              <a:ext uri="{FF2B5EF4-FFF2-40B4-BE49-F238E27FC236}">
                <a16:creationId xmlns:a16="http://schemas.microsoft.com/office/drawing/2014/main" id="{4EBE187C-5F0E-2A05-0452-F0415D92EBD9}"/>
              </a:ext>
            </a:extLst>
          </p:cNvPr>
          <p:cNvGrpSpPr/>
          <p:nvPr/>
        </p:nvGrpSpPr>
        <p:grpSpPr>
          <a:xfrm>
            <a:off x="838200" y="3191542"/>
            <a:ext cx="9804530" cy="1200329"/>
            <a:chOff x="1066800" y="4503263"/>
            <a:chExt cx="9804530" cy="1200329"/>
          </a:xfrm>
        </p:grpSpPr>
        <p:pic>
          <p:nvPicPr>
            <p:cNvPr id="6" name="Picture 5">
              <a:extLst>
                <a:ext uri="{FF2B5EF4-FFF2-40B4-BE49-F238E27FC236}">
                  <a16:creationId xmlns:a16="http://schemas.microsoft.com/office/drawing/2014/main" id="{6228EB4E-E605-23A3-A6F5-FE7FC8865F5A}"/>
                </a:ext>
              </a:extLst>
            </p:cNvPr>
            <p:cNvPicPr>
              <a:picLocks noChangeAspect="1"/>
            </p:cNvPicPr>
            <p:nvPr/>
          </p:nvPicPr>
          <p:blipFill>
            <a:blip r:embed="rId3"/>
            <a:stretch>
              <a:fillRect/>
            </a:stretch>
          </p:blipFill>
          <p:spPr>
            <a:xfrm>
              <a:off x="1066800" y="4541463"/>
              <a:ext cx="2472267" cy="73353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63006C6-0148-00EA-CD9C-F24482B308A3}"/>
                    </a:ext>
                  </a:extLst>
                </p:cNvPr>
                <p:cNvSpPr txBox="1"/>
                <p:nvPr/>
              </p:nvSpPr>
              <p:spPr>
                <a:xfrm>
                  <a:off x="4749800" y="4503263"/>
                  <a:ext cx="6121530" cy="1200329"/>
                </a:xfrm>
                <a:prstGeom prst="rect">
                  <a:avLst/>
                </a:prstGeom>
                <a:solidFill>
                  <a:schemeClr val="accent3">
                    <a:lumMod val="20000"/>
                    <a:lumOff val="80000"/>
                  </a:schemeClr>
                </a:solidFill>
              </p:spPr>
              <p:txBody>
                <a:bodyPr wrap="square" rtlCol="0">
                  <a:spAutoFit/>
                </a:bodyPr>
                <a:lstStyle/>
                <a:p>
                  <a:r>
                    <a:rPr lang="en-US" sz="2400" dirty="0"/>
                    <a:t>Notation to indicate that the random variable </a:t>
                  </a:r>
                  <a14:m>
                    <m:oMath xmlns:m="http://schemas.openxmlformats.org/officeDocument/2006/math">
                      <m:r>
                        <a:rPr lang="en-GB" sz="2400" b="0" i="1" smtClean="0">
                          <a:latin typeface="Cambria Math" panose="02040503050406030204" pitchFamily="18" charset="0"/>
                        </a:rPr>
                        <m:t>𝑋</m:t>
                      </m:r>
                    </m:oMath>
                  </a14:m>
                  <a:r>
                    <a:rPr lang="en-US" sz="2400" dirty="0"/>
                    <a:t> is normally distributed with mean </a:t>
                  </a:r>
                  <a14:m>
                    <m:oMath xmlns:m="http://schemas.openxmlformats.org/officeDocument/2006/math">
                      <m:r>
                        <a:rPr lang="en-US" sz="2400" i="1" smtClean="0">
                          <a:latin typeface="Cambria Math" panose="02040503050406030204" pitchFamily="18" charset="0"/>
                          <a:ea typeface="Cambria Math" panose="02040503050406030204" pitchFamily="18" charset="0"/>
                        </a:rPr>
                        <m:t>𝜇</m:t>
                      </m:r>
                    </m:oMath>
                  </a14:m>
                  <a:r>
                    <a:rPr lang="en-US" sz="2400" dirty="0"/>
                    <a:t> and standard deviation </a:t>
                  </a:r>
                  <a14:m>
                    <m:oMath xmlns:m="http://schemas.openxmlformats.org/officeDocument/2006/math">
                      <m:r>
                        <a:rPr lang="en-US" sz="2400" i="1" smtClean="0">
                          <a:latin typeface="Cambria Math" panose="02040503050406030204" pitchFamily="18" charset="0"/>
                          <a:ea typeface="Cambria Math" panose="02040503050406030204" pitchFamily="18" charset="0"/>
                        </a:rPr>
                        <m:t>𝜎</m:t>
                      </m:r>
                    </m:oMath>
                  </a14:m>
                  <a:endParaRPr lang="en-US" sz="2400" dirty="0"/>
                </a:p>
              </p:txBody>
            </p:sp>
          </mc:Choice>
          <mc:Fallback xmlns="">
            <p:sp>
              <p:nvSpPr>
                <p:cNvPr id="7" name="TextBox 6">
                  <a:extLst>
                    <a:ext uri="{FF2B5EF4-FFF2-40B4-BE49-F238E27FC236}">
                      <a16:creationId xmlns:a16="http://schemas.microsoft.com/office/drawing/2014/main" id="{763006C6-0148-00EA-CD9C-F24482B308A3}"/>
                    </a:ext>
                  </a:extLst>
                </p:cNvPr>
                <p:cNvSpPr txBox="1">
                  <a:spLocks noRot="1" noChangeAspect="1" noMove="1" noResize="1" noEditPoints="1" noAdjustHandles="1" noChangeArrowheads="1" noChangeShapeType="1" noTextEdit="1"/>
                </p:cNvSpPr>
                <p:nvPr/>
              </p:nvSpPr>
              <p:spPr>
                <a:xfrm>
                  <a:off x="4749800" y="4503263"/>
                  <a:ext cx="6121530" cy="1200329"/>
                </a:xfrm>
                <a:prstGeom prst="rect">
                  <a:avLst/>
                </a:prstGeom>
                <a:blipFill>
                  <a:blip r:embed="rId4"/>
                  <a:stretch>
                    <a:fillRect l="-1656" t="-4211" r="-1242" b="-11579"/>
                  </a:stretch>
                </a:blipFill>
              </p:spPr>
              <p:txBody>
                <a:bodyPr/>
                <a:lstStyle/>
                <a:p>
                  <a:r>
                    <a:rPr lang="en-US">
                      <a:noFill/>
                    </a:rPr>
                    <a:t> </a:t>
                  </a:r>
                </a:p>
              </p:txBody>
            </p:sp>
          </mc:Fallback>
        </mc:AlternateContent>
      </p:grpSp>
      <p:grpSp>
        <p:nvGrpSpPr>
          <p:cNvPr id="10" name="Group 9">
            <a:extLst>
              <a:ext uri="{FF2B5EF4-FFF2-40B4-BE49-F238E27FC236}">
                <a16:creationId xmlns:a16="http://schemas.microsoft.com/office/drawing/2014/main" id="{5D819C34-356C-1759-ED4E-9F4F14E212F6}"/>
              </a:ext>
            </a:extLst>
          </p:cNvPr>
          <p:cNvGrpSpPr/>
          <p:nvPr/>
        </p:nvGrpSpPr>
        <p:grpSpPr>
          <a:xfrm>
            <a:off x="1003299" y="5082959"/>
            <a:ext cx="9635199" cy="1569660"/>
            <a:chOff x="1003299" y="5082959"/>
            <a:chExt cx="9635199" cy="1569660"/>
          </a:xfrm>
        </p:grpSpPr>
        <p:pic>
          <p:nvPicPr>
            <p:cNvPr id="8" name="Picture 7">
              <a:extLst>
                <a:ext uri="{FF2B5EF4-FFF2-40B4-BE49-F238E27FC236}">
                  <a16:creationId xmlns:a16="http://schemas.microsoft.com/office/drawing/2014/main" id="{B14544A0-F37B-FDEB-9EBC-0386072C262E}"/>
                </a:ext>
              </a:extLst>
            </p:cNvPr>
            <p:cNvPicPr>
              <a:picLocks noChangeAspect="1"/>
            </p:cNvPicPr>
            <p:nvPr/>
          </p:nvPicPr>
          <p:blipFill>
            <a:blip r:embed="rId5"/>
            <a:stretch>
              <a:fillRect/>
            </a:stretch>
          </p:blipFill>
          <p:spPr>
            <a:xfrm>
              <a:off x="1003299" y="5312869"/>
              <a:ext cx="2142067" cy="608241"/>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46971BE-35D9-4098-5810-BDD912E562DE}"/>
                    </a:ext>
                  </a:extLst>
                </p:cNvPr>
                <p:cNvSpPr txBox="1"/>
                <p:nvPr/>
              </p:nvSpPr>
              <p:spPr>
                <a:xfrm>
                  <a:off x="4516968" y="5082959"/>
                  <a:ext cx="6121530" cy="1569660"/>
                </a:xfrm>
                <a:prstGeom prst="rect">
                  <a:avLst/>
                </a:prstGeom>
                <a:solidFill>
                  <a:schemeClr val="accent5">
                    <a:lumMod val="20000"/>
                    <a:lumOff val="80000"/>
                  </a:schemeClr>
                </a:solidFill>
              </p:spPr>
              <p:txBody>
                <a:bodyPr wrap="square" rtlCol="0">
                  <a:spAutoFit/>
                </a:bodyPr>
                <a:lstStyle/>
                <a:p>
                  <a:r>
                    <a:rPr lang="en-US" sz="2400" b="1" dirty="0"/>
                    <a:t>Standard normal distribution</a:t>
                  </a:r>
                  <a:r>
                    <a:rPr lang="en-US" sz="2400" dirty="0"/>
                    <a:t>: notation to indicate that the random variable </a:t>
                  </a:r>
                  <a14:m>
                    <m:oMath xmlns:m="http://schemas.openxmlformats.org/officeDocument/2006/math">
                      <m:r>
                        <a:rPr lang="en-GB" sz="2400" b="0" i="1" smtClean="0">
                          <a:latin typeface="Cambria Math" panose="02040503050406030204" pitchFamily="18" charset="0"/>
                        </a:rPr>
                        <m:t>𝑋</m:t>
                      </m:r>
                    </m:oMath>
                  </a14:m>
                  <a:r>
                    <a:rPr lang="en-US" sz="2400" dirty="0"/>
                    <a:t> is normally distributed with mean </a:t>
                  </a:r>
                  <a14:m>
                    <m:oMath xmlns:m="http://schemas.openxmlformats.org/officeDocument/2006/math">
                      <m:r>
                        <a:rPr lang="en-US" sz="2400" i="1">
                          <a:latin typeface="Cambria Math" panose="02040503050406030204" pitchFamily="18" charset="0"/>
                          <a:ea typeface="Cambria Math" panose="02040503050406030204" pitchFamily="18" charset="0"/>
                        </a:rPr>
                        <m:t>𝜇</m:t>
                      </m:r>
                      <m:r>
                        <a:rPr lang="en-GB" sz="2400" b="0" i="1" smtClean="0">
                          <a:latin typeface="Cambria Math" panose="02040503050406030204" pitchFamily="18" charset="0"/>
                          <a:ea typeface="Cambria Math" panose="02040503050406030204" pitchFamily="18" charset="0"/>
                        </a:rPr>
                        <m:t>=0</m:t>
                      </m:r>
                    </m:oMath>
                  </a14:m>
                  <a:r>
                    <a:rPr lang="en-US" sz="2400" dirty="0"/>
                    <a:t> and standard deviation </a:t>
                  </a:r>
                  <a14:m>
                    <m:oMath xmlns:m="http://schemas.openxmlformats.org/officeDocument/2006/math">
                      <m:r>
                        <a:rPr lang="en-US" sz="2400" i="1">
                          <a:latin typeface="Cambria Math" panose="02040503050406030204" pitchFamily="18" charset="0"/>
                          <a:ea typeface="Cambria Math" panose="02040503050406030204" pitchFamily="18" charset="0"/>
                        </a:rPr>
                        <m:t>𝜎</m:t>
                      </m:r>
                      <m:r>
                        <a:rPr lang="en-GB" sz="2400" b="0" i="1" smtClean="0">
                          <a:latin typeface="Cambria Math" panose="02040503050406030204" pitchFamily="18" charset="0"/>
                          <a:ea typeface="Cambria Math" panose="02040503050406030204" pitchFamily="18" charset="0"/>
                        </a:rPr>
                        <m:t>=1</m:t>
                      </m:r>
                    </m:oMath>
                  </a14:m>
                  <a:endParaRPr lang="en-US" sz="2400" dirty="0"/>
                </a:p>
              </p:txBody>
            </p:sp>
          </mc:Choice>
          <mc:Fallback xmlns="">
            <p:sp>
              <p:nvSpPr>
                <p:cNvPr id="9" name="TextBox 8">
                  <a:extLst>
                    <a:ext uri="{FF2B5EF4-FFF2-40B4-BE49-F238E27FC236}">
                      <a16:creationId xmlns:a16="http://schemas.microsoft.com/office/drawing/2014/main" id="{646971BE-35D9-4098-5810-BDD912E562DE}"/>
                    </a:ext>
                  </a:extLst>
                </p:cNvPr>
                <p:cNvSpPr txBox="1">
                  <a:spLocks noRot="1" noChangeAspect="1" noMove="1" noResize="1" noEditPoints="1" noAdjustHandles="1" noChangeArrowheads="1" noChangeShapeType="1" noTextEdit="1"/>
                </p:cNvSpPr>
                <p:nvPr/>
              </p:nvSpPr>
              <p:spPr>
                <a:xfrm>
                  <a:off x="4516968" y="5082959"/>
                  <a:ext cx="6121530" cy="1569660"/>
                </a:xfrm>
                <a:prstGeom prst="rect">
                  <a:avLst/>
                </a:prstGeom>
                <a:blipFill>
                  <a:blip r:embed="rId6"/>
                  <a:stretch>
                    <a:fillRect l="-1449" t="-3226" b="-8871"/>
                  </a:stretch>
                </a:blipFill>
              </p:spPr>
              <p:txBody>
                <a:bodyPr/>
                <a:lstStyle/>
                <a:p>
                  <a:r>
                    <a:rPr lang="en-US">
                      <a:noFill/>
                    </a:rPr>
                    <a:t> </a:t>
                  </a:r>
                </a:p>
              </p:txBody>
            </p:sp>
          </mc:Fallback>
        </mc:AlternateContent>
      </p:grpSp>
    </p:spTree>
    <p:extLst>
      <p:ext uri="{BB962C8B-B14F-4D97-AF65-F5344CB8AC3E}">
        <p14:creationId xmlns:p14="http://schemas.microsoft.com/office/powerpoint/2010/main" val="100603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host with a curve and a curve&#10;&#10;AI-generated content may be incorrect.">
            <a:extLst>
              <a:ext uri="{FF2B5EF4-FFF2-40B4-BE49-F238E27FC236}">
                <a16:creationId xmlns:a16="http://schemas.microsoft.com/office/drawing/2014/main" id="{DD776FE5-72D8-83CE-F4CB-07DB47C546CC}"/>
              </a:ext>
            </a:extLst>
          </p:cNvPr>
          <p:cNvPicPr>
            <a:picLocks noChangeAspect="1"/>
          </p:cNvPicPr>
          <p:nvPr/>
        </p:nvPicPr>
        <p:blipFill>
          <a:blip r:embed="rId2"/>
          <a:stretch>
            <a:fillRect/>
          </a:stretch>
        </p:blipFill>
        <p:spPr>
          <a:xfrm>
            <a:off x="2531867" y="0"/>
            <a:ext cx="7128266" cy="6858000"/>
          </a:xfrm>
          <a:prstGeom prst="rect">
            <a:avLst/>
          </a:prstGeom>
        </p:spPr>
      </p:pic>
    </p:spTree>
    <p:extLst>
      <p:ext uri="{BB962C8B-B14F-4D97-AF65-F5344CB8AC3E}">
        <p14:creationId xmlns:p14="http://schemas.microsoft.com/office/powerpoint/2010/main" val="25123289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AEFD6-432D-9448-5C44-DA9E36D07563}"/>
              </a:ext>
            </a:extLst>
          </p:cNvPr>
          <p:cNvSpPr>
            <a:spLocks noGrp="1"/>
          </p:cNvSpPr>
          <p:nvPr>
            <p:ph type="title"/>
          </p:nvPr>
        </p:nvSpPr>
        <p:spPr/>
        <p:txBody>
          <a:bodyPr/>
          <a:lstStyle/>
          <a:p>
            <a:r>
              <a:rPr lang="en-US" dirty="0">
                <a:solidFill>
                  <a:srgbClr val="0070C0"/>
                </a:solidFill>
              </a:rPr>
              <a:t>Exponential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83702C-FC10-80AC-5C2E-DE03B6ECEFAB}"/>
                  </a:ext>
                </a:extLst>
              </p:cNvPr>
              <p:cNvSpPr>
                <a:spLocks noGrp="1"/>
              </p:cNvSpPr>
              <p:nvPr>
                <p:ph idx="1"/>
              </p:nvPr>
            </p:nvSpPr>
            <p:spPr/>
            <p:txBody>
              <a:bodyPr/>
              <a:lstStyle/>
              <a:p>
                <a:pPr marL="0" indent="0">
                  <a:buNone/>
                </a:pPr>
                <a:r>
                  <a:rPr lang="en-US" dirty="0"/>
                  <a:t>The exponential distribution is useful to describe waiting times or lifetime of an event of interest.</a:t>
                </a:r>
              </a:p>
              <a:p>
                <a:pPr marL="0" indent="0">
                  <a:buNone/>
                </a:pPr>
                <a:r>
                  <a:rPr lang="en-US" dirty="0"/>
                  <a:t>Assumptions: </a:t>
                </a:r>
                <a:r>
                  <a:rPr lang="en-US" dirty="0">
                    <a:solidFill>
                      <a:srgbClr val="FF0000"/>
                    </a:solidFill>
                  </a:rPr>
                  <a:t>the future waiting time is independent of the waiting time that has already taken place</a:t>
                </a:r>
                <a:r>
                  <a:rPr lang="en-US" dirty="0"/>
                  <a:t>.</a:t>
                </a:r>
              </a:p>
              <a:p>
                <a:pPr marL="0" indent="0">
                  <a:buNone/>
                </a:pPr>
                <a:endParaRPr lang="en-US" dirty="0"/>
              </a:p>
              <a:p>
                <a:pPr marL="0" indent="0" algn="ctr">
                  <a:buNone/>
                </a:pPr>
                <a14:m>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𝜆</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𝑒</m:t>
                        </m:r>
                      </m:e>
                      <m:sup>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𝜆</m:t>
                        </m:r>
                        <m:r>
                          <a:rPr lang="en-GB" b="0" i="1" smtClean="0">
                            <a:latin typeface="Cambria Math" panose="02040503050406030204" pitchFamily="18" charset="0"/>
                            <a:ea typeface="Cambria Math" panose="02040503050406030204" pitchFamily="18" charset="0"/>
                          </a:rPr>
                          <m:t>𝑥</m:t>
                        </m:r>
                      </m:sup>
                    </m:sSup>
                  </m:oMath>
                </a14:m>
                <a:r>
                  <a:rPr lang="en-US" dirty="0"/>
                  <a:t> with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≥0</m:t>
                    </m:r>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4A83702C-FC10-80AC-5C2E-DE03B6ECEFAB}"/>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AC35AEB-E5C6-F2CE-780E-50658E110B39}"/>
              </a:ext>
            </a:extLst>
          </p:cNvPr>
          <p:cNvPicPr>
            <a:picLocks noChangeAspect="1"/>
          </p:cNvPicPr>
          <p:nvPr/>
        </p:nvPicPr>
        <p:blipFill>
          <a:blip r:embed="rId3"/>
          <a:stretch>
            <a:fillRect/>
          </a:stretch>
        </p:blipFill>
        <p:spPr>
          <a:xfrm>
            <a:off x="4098850" y="5683153"/>
            <a:ext cx="4421111" cy="918395"/>
          </a:xfrm>
          <a:prstGeom prst="rect">
            <a:avLst/>
          </a:prstGeom>
        </p:spPr>
      </p:pic>
      <p:grpSp>
        <p:nvGrpSpPr>
          <p:cNvPr id="8" name="Group 7">
            <a:extLst>
              <a:ext uri="{FF2B5EF4-FFF2-40B4-BE49-F238E27FC236}">
                <a16:creationId xmlns:a16="http://schemas.microsoft.com/office/drawing/2014/main" id="{B6E5E488-77B3-70C1-A97B-78FFA027E153}"/>
              </a:ext>
            </a:extLst>
          </p:cNvPr>
          <p:cNvGrpSpPr/>
          <p:nvPr/>
        </p:nvGrpSpPr>
        <p:grpSpPr>
          <a:xfrm>
            <a:off x="4211785" y="5084807"/>
            <a:ext cx="4266613" cy="515216"/>
            <a:chOff x="3879273" y="5084807"/>
            <a:chExt cx="4266613" cy="515216"/>
          </a:xfrm>
        </p:grpSpPr>
        <p:pic>
          <p:nvPicPr>
            <p:cNvPr id="5" name="Picture 4">
              <a:extLst>
                <a:ext uri="{FF2B5EF4-FFF2-40B4-BE49-F238E27FC236}">
                  <a16:creationId xmlns:a16="http://schemas.microsoft.com/office/drawing/2014/main" id="{0656148E-D7DD-0D8B-114C-D3A2A7D206D8}"/>
                </a:ext>
              </a:extLst>
            </p:cNvPr>
            <p:cNvPicPr>
              <a:picLocks noChangeAspect="1"/>
            </p:cNvPicPr>
            <p:nvPr/>
          </p:nvPicPr>
          <p:blipFill>
            <a:blip r:embed="rId4"/>
            <a:stretch>
              <a:fillRect/>
            </a:stretch>
          </p:blipFill>
          <p:spPr>
            <a:xfrm>
              <a:off x="3879273" y="5084807"/>
              <a:ext cx="1962728" cy="515216"/>
            </a:xfrm>
            <a:prstGeom prst="rect">
              <a:avLst/>
            </a:prstGeom>
          </p:spPr>
        </p:pic>
        <p:sp>
          <p:nvSpPr>
            <p:cNvPr id="7" name="TextBox 6">
              <a:extLst>
                <a:ext uri="{FF2B5EF4-FFF2-40B4-BE49-F238E27FC236}">
                  <a16:creationId xmlns:a16="http://schemas.microsoft.com/office/drawing/2014/main" id="{7A884B27-BF2F-8345-8511-3560226ECC0E}"/>
                </a:ext>
              </a:extLst>
            </p:cNvPr>
            <p:cNvSpPr txBox="1"/>
            <p:nvPr/>
          </p:nvSpPr>
          <p:spPr>
            <a:xfrm>
              <a:off x="6994352" y="5173630"/>
              <a:ext cx="1151534" cy="369332"/>
            </a:xfrm>
            <a:prstGeom prst="rect">
              <a:avLst/>
            </a:prstGeom>
            <a:solidFill>
              <a:schemeClr val="accent3">
                <a:lumMod val="20000"/>
                <a:lumOff val="80000"/>
              </a:schemeClr>
            </a:solidFill>
          </p:spPr>
          <p:txBody>
            <a:bodyPr wrap="none" rtlCol="0">
              <a:spAutoFit/>
            </a:bodyPr>
            <a:lstStyle/>
            <a:p>
              <a:r>
                <a:rPr lang="en-US" dirty="0"/>
                <a:t>(notation)</a:t>
              </a:r>
            </a:p>
          </p:txBody>
        </p:sp>
      </p:grpSp>
    </p:spTree>
    <p:extLst>
      <p:ext uri="{BB962C8B-B14F-4D97-AF65-F5344CB8AC3E}">
        <p14:creationId xmlns:p14="http://schemas.microsoft.com/office/powerpoint/2010/main" val="158661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D2635-0E19-12E3-837B-AD453615B890}"/>
              </a:ext>
            </a:extLst>
          </p:cNvPr>
          <p:cNvSpPr>
            <a:spLocks noGrp="1"/>
          </p:cNvSpPr>
          <p:nvPr>
            <p:ph type="title"/>
          </p:nvPr>
        </p:nvSpPr>
        <p:spPr/>
        <p:txBody>
          <a:bodyPr/>
          <a:lstStyle/>
          <a:p>
            <a:r>
              <a:rPr lang="en-US" dirty="0">
                <a:solidFill>
                  <a:srgbClr val="0070C0"/>
                </a:solidFill>
              </a:rPr>
              <a:t>Exponential distribution: </a:t>
            </a:r>
            <a:r>
              <a:rPr lang="en-US" dirty="0">
                <a:solidFill>
                  <a:srgbClr val="00B050"/>
                </a:solidFill>
              </a:rPr>
              <a:t>memoryless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6A252D-3FEA-49F2-6373-685AC4CF0082}"/>
                  </a:ext>
                </a:extLst>
              </p:cNvPr>
              <p:cNvSpPr>
                <a:spLocks noGrp="1"/>
              </p:cNvSpPr>
              <p:nvPr>
                <p:ph idx="1"/>
              </p:nvPr>
            </p:nvSpPr>
            <p:spPr>
              <a:xfrm>
                <a:off x="838200" y="1590094"/>
                <a:ext cx="10515600" cy="5254048"/>
              </a:xfrm>
            </p:spPr>
            <p:txBody>
              <a:bodyPr/>
              <a:lstStyle/>
              <a:p>
                <a:pPr marL="0" indent="0">
                  <a:buNone/>
                </a:pPr>
                <a:r>
                  <a:rPr lang="en-US" dirty="0"/>
                  <a:t>If time </a:t>
                </a:r>
                <a14:m>
                  <m:oMath xmlns:m="http://schemas.openxmlformats.org/officeDocument/2006/math">
                    <m:r>
                      <a:rPr lang="en-GB" b="0" i="1" smtClean="0">
                        <a:solidFill>
                          <a:srgbClr val="FF0000"/>
                        </a:solidFill>
                        <a:latin typeface="Cambria Math" panose="02040503050406030204" pitchFamily="18" charset="0"/>
                      </a:rPr>
                      <m:t>𝑡</m:t>
                    </m:r>
                  </m:oMath>
                </a14:m>
                <a:r>
                  <a:rPr lang="en-US" dirty="0"/>
                  <a:t> has already elapsed, the probability of reaching a time greater than </a:t>
                </a:r>
                <a14:m>
                  <m:oMath xmlns:m="http://schemas.openxmlformats.org/officeDocument/2006/math">
                    <m:r>
                      <a:rPr lang="en-GB" b="0" i="1" smtClean="0">
                        <a:solidFill>
                          <a:srgbClr val="FF0000"/>
                        </a:solidFill>
                        <a:latin typeface="Cambria Math" panose="02040503050406030204" pitchFamily="18" charset="0"/>
                      </a:rPr>
                      <m:t>𝑡</m:t>
                    </m:r>
                    <m:r>
                      <a:rPr lang="en-GB" b="0" i="1" smtClean="0">
                        <a:solidFill>
                          <a:srgbClr val="FF0000"/>
                        </a:solidFill>
                        <a:latin typeface="Cambria Math" panose="02040503050406030204" pitchFamily="18" charset="0"/>
                      </a:rPr>
                      <m:t>+</m:t>
                    </m:r>
                    <m:r>
                      <m:rPr>
                        <m:sty m:val="p"/>
                      </m:rPr>
                      <a:rPr lang="el-GR" b="0" i="1" smtClean="0">
                        <a:solidFill>
                          <a:srgbClr val="FF0000"/>
                        </a:solidFill>
                        <a:latin typeface="Cambria Math" panose="02040503050406030204" pitchFamily="18" charset="0"/>
                        <a:ea typeface="Cambria Math" panose="02040503050406030204" pitchFamily="18" charset="0"/>
                      </a:rPr>
                      <m:t>Δ</m:t>
                    </m:r>
                  </m:oMath>
                </a14:m>
                <a:r>
                  <a:rPr lang="en-US" dirty="0"/>
                  <a:t> does not depend of </a:t>
                </a:r>
                <a14:m>
                  <m:oMath xmlns:m="http://schemas.openxmlformats.org/officeDocument/2006/math">
                    <m:r>
                      <a:rPr lang="en-GB" b="0" i="1" smtClean="0">
                        <a:solidFill>
                          <a:srgbClr val="FF0000"/>
                        </a:solidFill>
                        <a:latin typeface="Cambria Math" panose="02040503050406030204" pitchFamily="18" charset="0"/>
                      </a:rPr>
                      <m:t>𝑡</m:t>
                    </m:r>
                  </m:oMath>
                </a14:m>
                <a:r>
                  <a:rPr lang="en-US" dirty="0"/>
                  <a:t>.</a:t>
                </a:r>
              </a:p>
              <a:p>
                <a:pPr marL="0" indent="0">
                  <a:buNone/>
                </a:pPr>
                <a:endParaRPr lang="en-US" dirty="0"/>
              </a:p>
              <a:p>
                <a:pPr marL="0" indent="0">
                  <a:buNone/>
                </a:pPr>
                <a:endParaRPr lang="en-US" dirty="0"/>
              </a:p>
              <a:p>
                <a:pPr marL="0" indent="0">
                  <a:buNone/>
                </a:pPr>
                <a:endParaRPr lang="en-US" dirty="0"/>
              </a:p>
              <a:p>
                <a:pPr marL="0" indent="0">
                  <a:buNone/>
                </a:pPr>
                <a:r>
                  <a:rPr lang="en-US" dirty="0"/>
                  <a:t>To see that, notice the following:</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𝑋</m:t>
                          </m:r>
                          <m:r>
                            <a:rPr lang="en-GB" b="0" i="1" smtClean="0">
                              <a:latin typeface="Cambria Math" panose="02040503050406030204" pitchFamily="18" charset="0"/>
                            </a:rPr>
                            <m:t>≤</m:t>
                          </m:r>
                          <m:r>
                            <a:rPr lang="en-GB" b="0" i="1" smtClean="0">
                              <a:latin typeface="Cambria Math" panose="02040503050406030204" pitchFamily="18" charset="0"/>
                            </a:rPr>
                            <m:t>𝑥</m:t>
                          </m:r>
                        </m:e>
                      </m:d>
                      <m:r>
                        <a:rPr lang="en-GB" b="0" i="1" smtClean="0">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=1−</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𝜆</m:t>
                          </m:r>
                          <m:r>
                            <a:rPr lang="en-GB" b="0" i="1" smtClean="0">
                              <a:latin typeface="Cambria Math" panose="02040503050406030204" pitchFamily="18" charset="0"/>
                              <a:ea typeface="Cambria Math" panose="02040503050406030204" pitchFamily="18" charset="0"/>
                            </a:rPr>
                            <m:t>𝑥</m:t>
                          </m:r>
                        </m:sup>
                      </m:sSup>
                    </m:oMath>
                  </m:oMathPara>
                </a14:m>
                <a:endParaRPr lang="en-US" dirty="0"/>
              </a:p>
              <a:p>
                <a:pPr marL="0" indent="0">
                  <a:buNone/>
                </a:pPr>
                <a:r>
                  <a:rPr lang="en-US" dirty="0"/>
                  <a:t>Hence: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𝑋</m:t>
                          </m:r>
                          <m:r>
                            <a:rPr lang="en-GB" b="0" i="1" smtClean="0">
                              <a:latin typeface="Cambria Math" panose="02040503050406030204" pitchFamily="18" charset="0"/>
                            </a:rPr>
                            <m:t>&gt;</m:t>
                          </m:r>
                          <m:r>
                            <a:rPr lang="en-GB" b="0" i="1" smtClean="0">
                              <a:latin typeface="Cambria Math" panose="02040503050406030204" pitchFamily="18" charset="0"/>
                            </a:rPr>
                            <m:t>𝑥</m:t>
                          </m:r>
                        </m:e>
                      </m:d>
                      <m:r>
                        <a:rPr lang="en-GB" b="0" i="1" smtClean="0">
                          <a:latin typeface="Cambria Math" panose="02040503050406030204" pitchFamily="18" charset="0"/>
                        </a:rPr>
                        <m:t>=1−</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𝜆</m:t>
                          </m:r>
                          <m:r>
                            <a:rPr lang="en-GB" b="0" i="1" smtClean="0">
                              <a:latin typeface="Cambria Math" panose="02040503050406030204" pitchFamily="18" charset="0"/>
                              <a:ea typeface="Cambria Math" panose="02040503050406030204" pitchFamily="18" charset="0"/>
                            </a:rPr>
                            <m:t>𝑥</m:t>
                          </m:r>
                        </m:sup>
                      </m:sSup>
                    </m:oMath>
                  </m:oMathPara>
                </a14:m>
                <a:endParaRPr lang="en-US" dirty="0"/>
              </a:p>
            </p:txBody>
          </p:sp>
        </mc:Choice>
        <mc:Fallback xmlns="">
          <p:sp>
            <p:nvSpPr>
              <p:cNvPr id="3" name="Content Placeholder 2">
                <a:extLst>
                  <a:ext uri="{FF2B5EF4-FFF2-40B4-BE49-F238E27FC236}">
                    <a16:creationId xmlns:a16="http://schemas.microsoft.com/office/drawing/2014/main" id="{0F6A252D-3FEA-49F2-6373-685AC4CF0082}"/>
                  </a:ext>
                </a:extLst>
              </p:cNvPr>
              <p:cNvSpPr>
                <a:spLocks noGrp="1" noRot="1" noChangeAspect="1" noMove="1" noResize="1" noEditPoints="1" noAdjustHandles="1" noChangeArrowheads="1" noChangeShapeType="1" noTextEdit="1"/>
              </p:cNvSpPr>
              <p:nvPr>
                <p:ph idx="1"/>
              </p:nvPr>
            </p:nvSpPr>
            <p:spPr>
              <a:xfrm>
                <a:off x="838200" y="1590094"/>
                <a:ext cx="10515600" cy="5254048"/>
              </a:xfrm>
              <a:blipFill>
                <a:blip r:embed="rId2"/>
                <a:stretch>
                  <a:fillRect l="-1206" t="-1928"/>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F36E309-5496-AFC3-D215-7A056746A2C2}"/>
              </a:ext>
            </a:extLst>
          </p:cNvPr>
          <p:cNvPicPr>
            <a:picLocks noChangeAspect="1"/>
          </p:cNvPicPr>
          <p:nvPr/>
        </p:nvPicPr>
        <p:blipFill>
          <a:blip r:embed="rId3"/>
          <a:stretch>
            <a:fillRect/>
          </a:stretch>
        </p:blipFill>
        <p:spPr>
          <a:xfrm>
            <a:off x="1974037" y="2739731"/>
            <a:ext cx="7107040" cy="737755"/>
          </a:xfrm>
          <a:prstGeom prst="rect">
            <a:avLst/>
          </a:prstGeom>
        </p:spPr>
      </p:pic>
      <p:sp>
        <p:nvSpPr>
          <p:cNvPr id="6" name="TextBox 5">
            <a:extLst>
              <a:ext uri="{FF2B5EF4-FFF2-40B4-BE49-F238E27FC236}">
                <a16:creationId xmlns:a16="http://schemas.microsoft.com/office/drawing/2014/main" id="{C79B5526-E8FE-DAB1-F865-96B2F7CE5C2C}"/>
              </a:ext>
            </a:extLst>
          </p:cNvPr>
          <p:cNvSpPr txBox="1"/>
          <p:nvPr/>
        </p:nvSpPr>
        <p:spPr>
          <a:xfrm>
            <a:off x="9267094" y="4968992"/>
            <a:ext cx="625492" cy="369332"/>
          </a:xfrm>
          <a:prstGeom prst="rect">
            <a:avLst/>
          </a:prstGeom>
          <a:solidFill>
            <a:schemeClr val="accent4">
              <a:lumMod val="20000"/>
              <a:lumOff val="80000"/>
            </a:schemeClr>
          </a:solidFill>
        </p:spPr>
        <p:txBody>
          <a:bodyPr wrap="none" rtlCol="0">
            <a:spAutoFit/>
          </a:bodyPr>
          <a:lstStyle/>
          <a:p>
            <a:r>
              <a:rPr lang="en-US" dirty="0"/>
              <a:t>CDF</a:t>
            </a:r>
          </a:p>
        </p:txBody>
      </p:sp>
    </p:spTree>
    <p:extLst>
      <p:ext uri="{BB962C8B-B14F-4D97-AF65-F5344CB8AC3E}">
        <p14:creationId xmlns:p14="http://schemas.microsoft.com/office/powerpoint/2010/main" val="2270473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8A814-691C-9001-C5CF-4EC1B187BEC8}"/>
              </a:ext>
            </a:extLst>
          </p:cNvPr>
          <p:cNvSpPr>
            <a:spLocks noGrp="1"/>
          </p:cNvSpPr>
          <p:nvPr>
            <p:ph type="title"/>
          </p:nvPr>
        </p:nvSpPr>
        <p:spPr/>
        <p:txBody>
          <a:bodyPr/>
          <a:lstStyle/>
          <a:p>
            <a:r>
              <a:rPr lang="en-US" dirty="0">
                <a:solidFill>
                  <a:srgbClr val="0070C0"/>
                </a:solidFill>
              </a:rPr>
              <a:t>Exponential distribution: </a:t>
            </a:r>
            <a:r>
              <a:rPr lang="en-US" dirty="0">
                <a:solidFill>
                  <a:srgbClr val="00B050"/>
                </a:solidFill>
              </a:rPr>
              <a:t>memoryless</a:t>
            </a:r>
            <a:endParaRPr lang="en-US" dirty="0"/>
          </a:p>
        </p:txBody>
      </p:sp>
      <p:pic>
        <p:nvPicPr>
          <p:cNvPr id="4" name="Picture 3">
            <a:extLst>
              <a:ext uri="{FF2B5EF4-FFF2-40B4-BE49-F238E27FC236}">
                <a16:creationId xmlns:a16="http://schemas.microsoft.com/office/drawing/2014/main" id="{6CEFB291-83CB-6552-B0E8-9EC9F2953229}"/>
              </a:ext>
            </a:extLst>
          </p:cNvPr>
          <p:cNvPicPr>
            <a:picLocks noChangeAspect="1"/>
          </p:cNvPicPr>
          <p:nvPr/>
        </p:nvPicPr>
        <p:blipFill>
          <a:blip r:embed="rId2"/>
          <a:stretch>
            <a:fillRect/>
          </a:stretch>
        </p:blipFill>
        <p:spPr>
          <a:xfrm>
            <a:off x="346173" y="2486555"/>
            <a:ext cx="11499654" cy="2669117"/>
          </a:xfrm>
          <a:prstGeom prst="rect">
            <a:avLst/>
          </a:prstGeom>
        </p:spPr>
      </p:pic>
    </p:spTree>
    <p:extLst>
      <p:ext uri="{BB962C8B-B14F-4D97-AF65-F5344CB8AC3E}">
        <p14:creationId xmlns:p14="http://schemas.microsoft.com/office/powerpoint/2010/main" val="2404710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4BC9B-4433-64DA-AF7B-B81AA674CB2B}"/>
              </a:ext>
            </a:extLst>
          </p:cNvPr>
          <p:cNvSpPr>
            <a:spLocks noGrp="1"/>
          </p:cNvSpPr>
          <p:nvPr>
            <p:ph type="title"/>
          </p:nvPr>
        </p:nvSpPr>
        <p:spPr>
          <a:xfrm>
            <a:off x="838200" y="-58207"/>
            <a:ext cx="10515600" cy="1325563"/>
          </a:xfrm>
        </p:spPr>
        <p:txBody>
          <a:bodyPr>
            <a:normAutofit/>
          </a:bodyPr>
          <a:lstStyle/>
          <a:p>
            <a:r>
              <a:rPr lang="en-US" sz="4000" dirty="0">
                <a:solidFill>
                  <a:srgbClr val="0070C0"/>
                </a:solidFill>
              </a:rPr>
              <a:t>Relationship between Poisson and exponential distributions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88BE674-DAD4-1161-39F0-C6479C85F268}"/>
                  </a:ext>
                </a:extLst>
              </p:cNvPr>
              <p:cNvSpPr txBox="1"/>
              <p:nvPr/>
            </p:nvSpPr>
            <p:spPr>
              <a:xfrm>
                <a:off x="1015999" y="1272856"/>
                <a:ext cx="10955868" cy="1628779"/>
              </a:xfrm>
              <a:prstGeom prst="rect">
                <a:avLst/>
              </a:prstGeom>
              <a:noFill/>
            </p:spPr>
            <p:txBody>
              <a:bodyPr wrap="square">
                <a:spAutoFit/>
              </a:bodyPr>
              <a:lstStyle/>
              <a:p>
                <a14:m>
                  <m:oMath xmlns:m="http://schemas.openxmlformats.org/officeDocument/2006/math">
                    <m:r>
                      <a:rPr lang="en-GB" sz="3200" b="0" i="1" smtClean="0">
                        <a:latin typeface="Cambria Math" panose="02040503050406030204" pitchFamily="18" charset="0"/>
                      </a:rPr>
                      <m:t>𝑃</m:t>
                    </m:r>
                    <m:d>
                      <m:dPr>
                        <m:ctrlPr>
                          <a:rPr lang="en-GB" sz="3200" b="0" i="1" smtClean="0">
                            <a:latin typeface="Cambria Math" panose="02040503050406030204" pitchFamily="18" charset="0"/>
                          </a:rPr>
                        </m:ctrlPr>
                      </m:dPr>
                      <m:e>
                        <m:r>
                          <a:rPr lang="en-GB" sz="3200" b="0" i="1" smtClean="0">
                            <a:latin typeface="Cambria Math" panose="02040503050406030204" pitchFamily="18" charset="0"/>
                          </a:rPr>
                          <m:t>𝑋</m:t>
                        </m:r>
                        <m:r>
                          <a:rPr lang="en-GB" sz="3200" b="0" i="1" smtClean="0">
                            <a:latin typeface="Cambria Math" panose="02040503050406030204" pitchFamily="18" charset="0"/>
                          </a:rPr>
                          <m:t>=</m:t>
                        </m:r>
                        <m:r>
                          <a:rPr lang="en-GB" sz="3200" b="0" i="1" smtClean="0">
                            <a:latin typeface="Cambria Math" panose="02040503050406030204" pitchFamily="18" charset="0"/>
                          </a:rPr>
                          <m:t>𝑥</m:t>
                        </m:r>
                        <m:r>
                          <a:rPr lang="en-GB" sz="3200" b="0" i="1" smtClean="0">
                            <a:latin typeface="Cambria Math" panose="02040503050406030204" pitchFamily="18" charset="0"/>
                          </a:rPr>
                          <m:t> </m:t>
                        </m:r>
                        <m:r>
                          <a:rPr lang="en-GB" sz="3200" b="0" i="1" smtClean="0">
                            <a:latin typeface="Cambria Math" panose="02040503050406030204" pitchFamily="18" charset="0"/>
                          </a:rPr>
                          <m:t>𝑒𝑣𝑒𝑛𝑡𝑠</m:t>
                        </m:r>
                        <m:r>
                          <a:rPr lang="en-GB" sz="3200" b="0" i="1" smtClean="0">
                            <a:latin typeface="Cambria Math" panose="02040503050406030204" pitchFamily="18" charset="0"/>
                          </a:rPr>
                          <m:t> </m:t>
                        </m:r>
                        <m:r>
                          <a:rPr lang="en-GB" sz="3200" b="0" i="1" smtClean="0">
                            <a:latin typeface="Cambria Math" panose="02040503050406030204" pitchFamily="18" charset="0"/>
                          </a:rPr>
                          <m:t>𝑖𝑛</m:t>
                        </m:r>
                        <m:r>
                          <a:rPr lang="en-GB" sz="3200" b="0" i="1" smtClean="0">
                            <a:latin typeface="Cambria Math" panose="02040503050406030204" pitchFamily="18" charset="0"/>
                          </a:rPr>
                          <m:t> </m:t>
                        </m:r>
                        <m:r>
                          <a:rPr lang="en-GB" sz="3200" b="0" i="1" smtClean="0">
                            <a:latin typeface="Cambria Math" panose="02040503050406030204" pitchFamily="18" charset="0"/>
                          </a:rPr>
                          <m:t>𝑡𝑖𝑚𝑒</m:t>
                        </m:r>
                        <m:r>
                          <a:rPr lang="en-GB" sz="3200" b="0" i="1" smtClean="0">
                            <a:latin typeface="Cambria Math" panose="02040503050406030204" pitchFamily="18" charset="0"/>
                          </a:rPr>
                          <m:t> </m:t>
                        </m:r>
                        <m:r>
                          <a:rPr lang="en-GB" sz="3200" b="0" i="1" smtClean="0">
                            <a:latin typeface="Cambria Math" panose="02040503050406030204" pitchFamily="18" charset="0"/>
                          </a:rPr>
                          <m:t>𝑖𝑛𝑡𝑒𝑟𝑣𝑎𝑙</m:t>
                        </m:r>
                        <m:r>
                          <a:rPr lang="en-GB" sz="3200" b="0" i="1" smtClean="0">
                            <a:latin typeface="Cambria Math" panose="02040503050406030204" pitchFamily="18" charset="0"/>
                          </a:rPr>
                          <m:t> </m:t>
                        </m:r>
                        <m:r>
                          <a:rPr lang="en-GB" sz="3200" b="0" i="1" smtClean="0">
                            <a:latin typeface="Cambria Math" panose="02040503050406030204" pitchFamily="18" charset="0"/>
                          </a:rPr>
                          <m:t>𝑡</m:t>
                        </m:r>
                      </m:e>
                    </m:d>
                    <m:r>
                      <a:rPr lang="en-GB" sz="3200" b="0" i="1" smtClean="0">
                        <a:latin typeface="Cambria Math" panose="02040503050406030204" pitchFamily="18" charset="0"/>
                      </a:rPr>
                      <m:t>=</m:t>
                    </m:r>
                    <m:f>
                      <m:fPr>
                        <m:ctrlPr>
                          <a:rPr lang="en-GB" sz="3200" b="0" i="1" smtClean="0">
                            <a:latin typeface="Cambria Math" panose="02040503050406030204" pitchFamily="18" charset="0"/>
                          </a:rPr>
                        </m:ctrlPr>
                      </m:fPr>
                      <m:num>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𝜆</m:t>
                            </m:r>
                            <m:r>
                              <a:rPr lang="en-GB" sz="3200" b="0" i="1" smtClean="0">
                                <a:latin typeface="Cambria Math" panose="02040503050406030204" pitchFamily="18" charset="0"/>
                                <a:ea typeface="Cambria Math" panose="02040503050406030204" pitchFamily="18" charset="0"/>
                              </a:rPr>
                              <m:t>𝑡</m:t>
                            </m:r>
                            <m:r>
                              <a:rPr lang="en-GB" sz="3200" b="0" i="1" smtClean="0">
                                <a:latin typeface="Cambria Math" panose="02040503050406030204" pitchFamily="18" charset="0"/>
                                <a:ea typeface="Cambria Math" panose="02040503050406030204" pitchFamily="18" charset="0"/>
                              </a:rPr>
                              <m:t>)</m:t>
                            </m:r>
                          </m:e>
                          <m:sup>
                            <m:r>
                              <a:rPr lang="en-GB" sz="3200" b="0" i="1" smtClean="0">
                                <a:latin typeface="Cambria Math" panose="02040503050406030204" pitchFamily="18" charset="0"/>
                              </a:rPr>
                              <m:t>𝑥</m:t>
                            </m:r>
                          </m:sup>
                        </m:sSup>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𝑒</m:t>
                            </m:r>
                          </m:e>
                          <m:sup>
                            <m:r>
                              <a:rPr lang="en-GB" sz="3200" b="0" i="1" smtClean="0">
                                <a:latin typeface="Cambria Math" panose="02040503050406030204" pitchFamily="18" charset="0"/>
                              </a:rPr>
                              <m:t>−</m:t>
                            </m:r>
                            <m:r>
                              <a:rPr lang="en-GB" sz="3200" b="0" i="1" smtClean="0">
                                <a:latin typeface="Cambria Math" panose="02040503050406030204" pitchFamily="18" charset="0"/>
                                <a:ea typeface="Cambria Math" panose="02040503050406030204" pitchFamily="18" charset="0"/>
                              </a:rPr>
                              <m:t>𝜆</m:t>
                            </m:r>
                            <m:r>
                              <a:rPr lang="en-GB" sz="3200" b="0" i="1" smtClean="0">
                                <a:latin typeface="Cambria Math" panose="02040503050406030204" pitchFamily="18" charset="0"/>
                                <a:ea typeface="Cambria Math" panose="02040503050406030204" pitchFamily="18" charset="0"/>
                              </a:rPr>
                              <m:t>𝑡</m:t>
                            </m:r>
                          </m:sup>
                        </m:sSup>
                      </m:num>
                      <m:den>
                        <m:r>
                          <a:rPr lang="en-GB" sz="3200" b="0" i="1" smtClean="0">
                            <a:latin typeface="Cambria Math" panose="02040503050406030204" pitchFamily="18" charset="0"/>
                          </a:rPr>
                          <m:t>𝑥</m:t>
                        </m:r>
                        <m:r>
                          <a:rPr lang="en-GB" sz="3200" b="0" i="1" smtClean="0">
                            <a:latin typeface="Cambria Math" panose="02040503050406030204" pitchFamily="18" charset="0"/>
                          </a:rPr>
                          <m:t>!</m:t>
                        </m:r>
                      </m:den>
                    </m:f>
                  </m:oMath>
                </a14:m>
                <a:r>
                  <a:rPr lang="en-US" sz="2400" dirty="0"/>
                  <a:t>          </a:t>
                </a:r>
              </a:p>
              <a:p>
                <a:r>
                  <a:rPr lang="en-US" sz="2400" dirty="0">
                    <a:solidFill>
                      <a:srgbClr val="00B050"/>
                    </a:solidFill>
                  </a:rPr>
                  <a:t> (probability mass function for Poisson distribution; </a:t>
                </a:r>
                <a:r>
                  <a:rPr lang="en-US" sz="2400" b="1" dirty="0">
                    <a:solidFill>
                      <a:srgbClr val="00B050"/>
                    </a:solidFill>
                  </a:rPr>
                  <a:t>events occur randomly and independently</a:t>
                </a:r>
                <a:r>
                  <a:rPr lang="en-US" sz="2400" dirty="0">
                    <a:solidFill>
                      <a:srgbClr val="00B050"/>
                    </a:solidFill>
                  </a:rPr>
                  <a:t>)</a:t>
                </a:r>
              </a:p>
            </p:txBody>
          </p:sp>
        </mc:Choice>
        <mc:Fallback xmlns="">
          <p:sp>
            <p:nvSpPr>
              <p:cNvPr id="5" name="TextBox 4">
                <a:extLst>
                  <a:ext uri="{FF2B5EF4-FFF2-40B4-BE49-F238E27FC236}">
                    <a16:creationId xmlns:a16="http://schemas.microsoft.com/office/drawing/2014/main" id="{188BE674-DAD4-1161-39F0-C6479C85F268}"/>
                  </a:ext>
                </a:extLst>
              </p:cNvPr>
              <p:cNvSpPr txBox="1">
                <a:spLocks noRot="1" noChangeAspect="1" noMove="1" noResize="1" noEditPoints="1" noAdjustHandles="1" noChangeArrowheads="1" noChangeShapeType="1" noTextEdit="1"/>
              </p:cNvSpPr>
              <p:nvPr/>
            </p:nvSpPr>
            <p:spPr>
              <a:xfrm>
                <a:off x="1015999" y="1272856"/>
                <a:ext cx="10955868" cy="1628779"/>
              </a:xfrm>
              <a:prstGeom prst="rect">
                <a:avLst/>
              </a:prstGeom>
              <a:blipFill>
                <a:blip r:embed="rId2"/>
                <a:stretch>
                  <a:fillRect l="-927" b="-77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89F5DAFD-3130-C7AE-860F-D5E983BF3156}"/>
                  </a:ext>
                </a:extLst>
              </p:cNvPr>
              <p:cNvSpPr>
                <a:spLocks noGrp="1"/>
              </p:cNvSpPr>
              <p:nvPr>
                <p:ph idx="1"/>
              </p:nvPr>
            </p:nvSpPr>
            <p:spPr>
              <a:xfrm>
                <a:off x="838200" y="3044829"/>
                <a:ext cx="10515600" cy="4351338"/>
              </a:xfrm>
            </p:spPr>
            <p:txBody>
              <a:bodyPr/>
              <a:lstStyle/>
              <a:p>
                <a:r>
                  <a:rPr lang="en-US" dirty="0"/>
                  <a:t>Probability that no event has happened in time interval t:</a:t>
                </a:r>
              </a:p>
              <a:p>
                <a:pPr marL="0" indent="0">
                  <a:buNone/>
                </a:pPr>
                <a14:m>
                  <m:oMath xmlns:m="http://schemas.openxmlformats.org/officeDocument/2006/math">
                    <m:r>
                      <a:rPr lang="en-GB" b="0" i="1" smtClean="0">
                        <a:latin typeface="Cambria Math" panose="02040503050406030204" pitchFamily="18" charset="0"/>
                      </a:rPr>
                      <m:t>   </m:t>
                    </m:r>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𝑋</m:t>
                        </m:r>
                        <m:r>
                          <a:rPr lang="en-GB" b="0" i="1" smtClean="0">
                            <a:latin typeface="Cambria Math" panose="02040503050406030204" pitchFamily="18" charset="0"/>
                          </a:rPr>
                          <m:t>=0</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𝜆</m:t>
                            </m:r>
                            <m:r>
                              <a:rPr lang="en-GB" b="0" i="1" smtClean="0">
                                <a:latin typeface="Cambria Math" panose="02040503050406030204" pitchFamily="18" charset="0"/>
                                <a:ea typeface="Cambria Math" panose="02040503050406030204" pitchFamily="18" charset="0"/>
                              </a:rPr>
                              <m:t>𝑡</m:t>
                            </m:r>
                          </m:sup>
                        </m:sSup>
                        <m:sSup>
                          <m:sSupPr>
                            <m:ctrlPr>
                              <a:rPr lang="en-GB" b="0" i="1" smtClean="0">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ea typeface="Cambria Math" panose="02040503050406030204" pitchFamily="18" charset="0"/>
                                  </a:rPr>
                                  <m:t>𝜆</m:t>
                                </m:r>
                                <m:r>
                                  <a:rPr lang="en-GB" i="1">
                                    <a:latin typeface="Cambria Math" panose="02040503050406030204" pitchFamily="18" charset="0"/>
                                    <a:ea typeface="Cambria Math" panose="02040503050406030204" pitchFamily="18" charset="0"/>
                                  </a:rPr>
                                  <m:t>𝑡</m:t>
                                </m:r>
                              </m:e>
                            </m:d>
                          </m:e>
                          <m:sup>
                            <m:r>
                              <a:rPr lang="en-GB" b="0" i="1" smtClean="0">
                                <a:latin typeface="Cambria Math" panose="02040503050406030204" pitchFamily="18" charset="0"/>
                              </a:rPr>
                              <m:t>0</m:t>
                            </m:r>
                          </m:sup>
                        </m:sSup>
                      </m:num>
                      <m:den>
                        <m:r>
                          <a:rPr lang="en-GB" b="0" i="1" smtClean="0">
                            <a:latin typeface="Cambria Math" panose="02040503050406030204" pitchFamily="18" charset="0"/>
                          </a:rPr>
                          <m:t>0!</m:t>
                        </m:r>
                      </m:den>
                    </m:f>
                  </m:oMath>
                </a14:m>
                <a:r>
                  <a:rPr lang="en-US" dirty="0"/>
                  <a:t>=</a:t>
                </a:r>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𝑒</m:t>
                        </m:r>
                      </m:e>
                      <m:sup>
                        <m:r>
                          <a:rPr lang="en-GB" i="1">
                            <a:latin typeface="Cambria Math" panose="02040503050406030204" pitchFamily="18" charset="0"/>
                          </a:rPr>
                          <m:t>−</m:t>
                        </m:r>
                        <m:r>
                          <a:rPr lang="en-GB" i="1">
                            <a:latin typeface="Cambria Math" panose="02040503050406030204" pitchFamily="18" charset="0"/>
                            <a:ea typeface="Cambria Math" panose="02040503050406030204" pitchFamily="18" charset="0"/>
                          </a:rPr>
                          <m:t>𝜆</m:t>
                        </m:r>
                        <m:r>
                          <a:rPr lang="en-GB" i="1">
                            <a:latin typeface="Cambria Math" panose="02040503050406030204" pitchFamily="18" charset="0"/>
                            <a:ea typeface="Cambria Math" panose="02040503050406030204" pitchFamily="18" charset="0"/>
                          </a:rPr>
                          <m:t>𝑡</m:t>
                        </m:r>
                      </m:sup>
                    </m:sSup>
                  </m:oMath>
                </a14:m>
                <a:endParaRPr lang="en-US" dirty="0"/>
              </a:p>
              <a:p>
                <a:r>
                  <a:rPr lang="en-US" dirty="0"/>
                  <a:t>Another interpretation: probability that time of first occurrence </a:t>
                </a:r>
                <a14:m>
                  <m:oMath xmlns:m="http://schemas.openxmlformats.org/officeDocument/2006/math">
                    <m:r>
                      <a:rPr lang="en-GB" b="0" i="1" smtClean="0">
                        <a:latin typeface="Cambria Math" panose="02040503050406030204" pitchFamily="18" charset="0"/>
                      </a:rPr>
                      <m:t>𝑇</m:t>
                    </m:r>
                  </m:oMath>
                </a14:m>
                <a:r>
                  <a:rPr lang="en-US" dirty="0"/>
                  <a:t> is larger than </a:t>
                </a:r>
                <a14:m>
                  <m:oMath xmlns:m="http://schemas.openxmlformats.org/officeDocument/2006/math">
                    <m:r>
                      <a:rPr lang="en-GB" b="0" i="1" smtClean="0">
                        <a:latin typeface="Cambria Math" panose="02040503050406030204" pitchFamily="18" charset="0"/>
                      </a:rPr>
                      <m:t>𝑡</m:t>
                    </m:r>
                  </m:oMath>
                </a14:m>
                <a:r>
                  <a:rPr lang="en-US" dirty="0"/>
                  <a:t>:</a:t>
                </a:r>
              </a:p>
              <a:p>
                <a:pPr marL="0" indent="0">
                  <a:buNone/>
                </a:pPr>
                <a14:m>
                  <m:oMath xmlns:m="http://schemas.openxmlformats.org/officeDocument/2006/math">
                    <m:r>
                      <a:rPr lang="en-GB" b="0" i="1" smtClean="0">
                        <a:latin typeface="Cambria Math" panose="02040503050406030204" pitchFamily="18" charset="0"/>
                      </a:rPr>
                      <m:t>   </m:t>
                    </m:r>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𝑇</m:t>
                        </m:r>
                        <m:r>
                          <a:rPr lang="en-GB" b="0" i="1" smtClean="0">
                            <a:latin typeface="Cambria Math" panose="02040503050406030204" pitchFamily="18" charset="0"/>
                          </a:rPr>
                          <m:t>&gt;</m:t>
                        </m:r>
                        <m:r>
                          <a:rPr lang="en-GB" b="0" i="1" smtClean="0">
                            <a:latin typeface="Cambria Math" panose="02040503050406030204" pitchFamily="18" charset="0"/>
                          </a:rPr>
                          <m:t>𝑡</m:t>
                        </m:r>
                      </m:e>
                    </m:d>
                    <m:r>
                      <a:rPr lang="en-GB" b="0" i="1" smtClean="0">
                        <a:latin typeface="Cambria Math" panose="02040503050406030204" pitchFamily="18" charset="0"/>
                      </a:rPr>
                      <m:t>=</m:t>
                    </m:r>
                    <m:r>
                      <a:rPr lang="en-GB" i="1">
                        <a:latin typeface="Cambria Math" panose="02040503050406030204" pitchFamily="18" charset="0"/>
                      </a:rPr>
                      <m:t>𝑃</m:t>
                    </m:r>
                    <m:d>
                      <m:dPr>
                        <m:ctrlPr>
                          <a:rPr lang="en-GB" i="1">
                            <a:latin typeface="Cambria Math" panose="02040503050406030204" pitchFamily="18" charset="0"/>
                          </a:rPr>
                        </m:ctrlPr>
                      </m:dPr>
                      <m:e>
                        <m:r>
                          <a:rPr lang="en-GB" b="0" i="1" smtClean="0">
                            <a:latin typeface="Cambria Math" panose="02040503050406030204" pitchFamily="18" charset="0"/>
                          </a:rPr>
                          <m:t>𝑋</m:t>
                        </m:r>
                        <m:r>
                          <a:rPr lang="en-GB" b="0" i="1" smtClean="0">
                            <a:latin typeface="Cambria Math" panose="02040503050406030204" pitchFamily="18" charset="0"/>
                          </a:rPr>
                          <m:t>=0</m:t>
                        </m:r>
                      </m:e>
                    </m:d>
                    <m:r>
                      <a:rPr lang="en-GB" b="0" i="1" smtClean="0">
                        <a:latin typeface="Cambria Math" panose="02040503050406030204" pitchFamily="18" charset="0"/>
                      </a:rPr>
                      <m:t>=</m:t>
                    </m:r>
                  </m:oMath>
                </a14:m>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𝑒</m:t>
                        </m:r>
                      </m:e>
                      <m:sup>
                        <m:r>
                          <a:rPr lang="en-GB" i="1">
                            <a:latin typeface="Cambria Math" panose="02040503050406030204" pitchFamily="18" charset="0"/>
                          </a:rPr>
                          <m:t>−</m:t>
                        </m:r>
                        <m:r>
                          <a:rPr lang="en-GB" i="1">
                            <a:latin typeface="Cambria Math" panose="02040503050406030204" pitchFamily="18" charset="0"/>
                            <a:ea typeface="Cambria Math" panose="02040503050406030204" pitchFamily="18" charset="0"/>
                          </a:rPr>
                          <m:t>𝜆</m:t>
                        </m:r>
                        <m:r>
                          <a:rPr lang="en-GB" i="1">
                            <a:latin typeface="Cambria Math" panose="02040503050406030204" pitchFamily="18" charset="0"/>
                            <a:ea typeface="Cambria Math" panose="02040503050406030204" pitchFamily="18" charset="0"/>
                          </a:rPr>
                          <m:t>𝑡</m:t>
                        </m:r>
                      </m:sup>
                    </m:sSup>
                  </m:oMath>
                </a14:m>
                <a:endParaRPr lang="en-US" dirty="0"/>
              </a:p>
              <a:p>
                <a:r>
                  <a:rPr lang="en-US" dirty="0"/>
                  <a:t>Hence:</a:t>
                </a:r>
              </a:p>
              <a:p>
                <a:pPr marL="0" indent="0">
                  <a:buNone/>
                </a:pPr>
                <a14:m>
                  <m:oMath xmlns:m="http://schemas.openxmlformats.org/officeDocument/2006/math">
                    <m:r>
                      <a:rPr lang="en-GB" b="0" i="1" smtClean="0">
                        <a:latin typeface="Cambria Math" panose="02040503050406030204" pitchFamily="18" charset="0"/>
                      </a:rPr>
                      <m:t>   </m:t>
                    </m:r>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𝑇</m:t>
                        </m:r>
                        <m:r>
                          <a:rPr lang="en-GB" b="0" i="1" smtClean="0">
                            <a:latin typeface="Cambria Math" panose="02040503050406030204" pitchFamily="18" charset="0"/>
                          </a:rPr>
                          <m:t>≤</m:t>
                        </m:r>
                        <m:r>
                          <a:rPr lang="en-GB" b="0" i="1" smtClean="0">
                            <a:latin typeface="Cambria Math" panose="02040503050406030204" pitchFamily="18" charset="0"/>
                          </a:rPr>
                          <m:t>𝑡</m:t>
                        </m:r>
                      </m:e>
                    </m:d>
                    <m:r>
                      <a:rPr lang="en-GB" b="0" i="1" smtClean="0">
                        <a:latin typeface="Cambria Math" panose="02040503050406030204" pitchFamily="18" charset="0"/>
                      </a:rPr>
                      <m:t>=1−</m:t>
                    </m:r>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𝑇</m:t>
                        </m:r>
                        <m:r>
                          <a:rPr lang="en-GB" b="0" i="1" smtClean="0">
                            <a:latin typeface="Cambria Math" panose="02040503050406030204" pitchFamily="18" charset="0"/>
                          </a:rPr>
                          <m:t>&gt;</m:t>
                        </m:r>
                        <m:r>
                          <a:rPr lang="en-GB" b="0" i="1" smtClean="0">
                            <a:latin typeface="Cambria Math" panose="02040503050406030204" pitchFamily="18" charset="0"/>
                          </a:rPr>
                          <m:t>𝑡</m:t>
                        </m:r>
                      </m:e>
                    </m:d>
                    <m:r>
                      <a:rPr lang="en-GB" b="0" i="1" smtClean="0">
                        <a:latin typeface="Cambria Math" panose="02040503050406030204" pitchFamily="18" charset="0"/>
                      </a:rPr>
                      <m:t>=1−</m:t>
                    </m:r>
                  </m:oMath>
                </a14:m>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𝑒</m:t>
                        </m:r>
                      </m:e>
                      <m:sup>
                        <m:r>
                          <a:rPr lang="en-GB" i="1">
                            <a:latin typeface="Cambria Math" panose="02040503050406030204" pitchFamily="18" charset="0"/>
                          </a:rPr>
                          <m:t>−</m:t>
                        </m:r>
                        <m:r>
                          <a:rPr lang="en-GB" i="1">
                            <a:latin typeface="Cambria Math" panose="02040503050406030204" pitchFamily="18" charset="0"/>
                            <a:ea typeface="Cambria Math" panose="02040503050406030204" pitchFamily="18" charset="0"/>
                          </a:rPr>
                          <m:t>𝜆</m:t>
                        </m:r>
                        <m:r>
                          <a:rPr lang="en-GB" i="1">
                            <a:latin typeface="Cambria Math" panose="02040503050406030204" pitchFamily="18" charset="0"/>
                            <a:ea typeface="Cambria Math" panose="02040503050406030204" pitchFamily="18" charset="0"/>
                          </a:rPr>
                          <m:t>𝑡</m:t>
                        </m:r>
                      </m:sup>
                    </m:sSup>
                    <m:r>
                      <a:rPr lang="en-GB" b="0" i="0"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𝐹</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m:t>
                    </m:r>
                  </m:oMath>
                </a14:m>
                <a:endParaRPr lang="en-US" i="1" dirty="0"/>
              </a:p>
              <a:p>
                <a:pPr marL="0" indent="0">
                  <a:buNone/>
                </a:pPr>
                <a:endParaRPr lang="en-US" dirty="0"/>
              </a:p>
            </p:txBody>
          </p:sp>
        </mc:Choice>
        <mc:Fallback xmlns="">
          <p:sp>
            <p:nvSpPr>
              <p:cNvPr id="6" name="Content Placeholder 2">
                <a:extLst>
                  <a:ext uri="{FF2B5EF4-FFF2-40B4-BE49-F238E27FC236}">
                    <a16:creationId xmlns:a16="http://schemas.microsoft.com/office/drawing/2014/main" id="{89F5DAFD-3130-C7AE-860F-D5E983BF3156}"/>
                  </a:ext>
                </a:extLst>
              </p:cNvPr>
              <p:cNvSpPr>
                <a:spLocks noGrp="1" noRot="1" noChangeAspect="1" noMove="1" noResize="1" noEditPoints="1" noAdjustHandles="1" noChangeArrowheads="1" noChangeShapeType="1" noTextEdit="1"/>
              </p:cNvSpPr>
              <p:nvPr>
                <p:ph idx="1"/>
              </p:nvPr>
            </p:nvSpPr>
            <p:spPr>
              <a:xfrm>
                <a:off x="838200" y="3044829"/>
                <a:ext cx="10515600" cy="4351338"/>
              </a:xfrm>
              <a:blipFill>
                <a:blip r:embed="rId3"/>
                <a:stretch>
                  <a:fillRect l="-1086" t="-232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64BB0046-D131-8C3E-AC3E-EEB6FD978245}"/>
              </a:ext>
            </a:extLst>
          </p:cNvPr>
          <p:cNvSpPr txBox="1"/>
          <p:nvPr/>
        </p:nvSpPr>
        <p:spPr>
          <a:xfrm>
            <a:off x="8482325" y="6194965"/>
            <a:ext cx="3359381" cy="646331"/>
          </a:xfrm>
          <a:prstGeom prst="rect">
            <a:avLst/>
          </a:prstGeom>
          <a:solidFill>
            <a:schemeClr val="accent5">
              <a:lumMod val="20000"/>
              <a:lumOff val="80000"/>
            </a:schemeClr>
          </a:solidFill>
          <a:ln w="19050">
            <a:solidFill>
              <a:schemeClr val="bg1"/>
            </a:solidFill>
          </a:ln>
        </p:spPr>
        <p:txBody>
          <a:bodyPr wrap="none" rtlCol="0">
            <a:spAutoFit/>
          </a:bodyPr>
          <a:lstStyle/>
          <a:p>
            <a:pPr algn="ctr"/>
            <a:r>
              <a:rPr lang="en-US" dirty="0"/>
              <a:t>cumulative distribution function</a:t>
            </a:r>
          </a:p>
          <a:p>
            <a:pPr algn="ctr"/>
            <a:r>
              <a:rPr lang="en-US" dirty="0"/>
              <a:t> of exponential distribution</a:t>
            </a:r>
          </a:p>
        </p:txBody>
      </p:sp>
    </p:spTree>
    <p:extLst>
      <p:ext uri="{BB962C8B-B14F-4D97-AF65-F5344CB8AC3E}">
        <p14:creationId xmlns:p14="http://schemas.microsoft.com/office/powerpoint/2010/main" val="238959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424655-949E-1885-27DD-60E25FDEB10A}"/>
                  </a:ext>
                </a:extLst>
              </p:cNvPr>
              <p:cNvSpPr>
                <a:spLocks noGrp="1"/>
              </p:cNvSpPr>
              <p:nvPr>
                <p:ph idx="1"/>
              </p:nvPr>
            </p:nvSpPr>
            <p:spPr>
              <a:xfrm>
                <a:off x="838200" y="385445"/>
                <a:ext cx="10515600" cy="4351338"/>
              </a:xfrm>
            </p:spPr>
            <p:txBody>
              <a:bodyPr/>
              <a:lstStyle/>
              <a:p>
                <a:r>
                  <a:rPr lang="en-US" dirty="0"/>
                  <a:t>Applying the fundamental theorem of calculus:</a:t>
                </a:r>
              </a:p>
              <a:p>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GB" b="0" i="1" smtClean="0">
                              <a:latin typeface="Cambria Math" panose="02040503050406030204" pitchFamily="18" charset="0"/>
                            </a:rPr>
                            <m:t>𝑑𝑃</m:t>
                          </m:r>
                          <m:d>
                            <m:dPr>
                              <m:ctrlPr>
                                <a:rPr lang="en-GB" b="0" i="1" smtClean="0">
                                  <a:latin typeface="Cambria Math" panose="02040503050406030204" pitchFamily="18" charset="0"/>
                                </a:rPr>
                              </m:ctrlPr>
                            </m:dPr>
                            <m:e>
                              <m:r>
                                <a:rPr lang="en-GB" b="0" i="1" smtClean="0">
                                  <a:latin typeface="Cambria Math" panose="02040503050406030204" pitchFamily="18" charset="0"/>
                                </a:rPr>
                                <m:t>𝑇</m:t>
                              </m:r>
                              <m:r>
                                <a:rPr lang="en-GB" b="0" i="1" smtClean="0">
                                  <a:latin typeface="Cambria Math" panose="02040503050406030204" pitchFamily="18" charset="0"/>
                                </a:rPr>
                                <m:t>≤</m:t>
                              </m:r>
                              <m:r>
                                <a:rPr lang="en-GB" b="0" i="1" smtClean="0">
                                  <a:latin typeface="Cambria Math" panose="02040503050406030204" pitchFamily="18" charset="0"/>
                                </a:rPr>
                                <m:t>𝑡</m:t>
                              </m:r>
                            </m:e>
                          </m:d>
                        </m:num>
                        <m:den>
                          <m:r>
                            <a:rPr lang="en-GB" b="0" i="1" smtClean="0">
                              <a:latin typeface="Cambria Math" panose="02040503050406030204" pitchFamily="18" charset="0"/>
                            </a:rPr>
                            <m:t>𝑑𝑡</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𝑑𝐹</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num>
                        <m:den>
                          <m:r>
                            <a:rPr lang="en-GB" b="0" i="1" smtClean="0">
                              <a:latin typeface="Cambria Math" panose="02040503050406030204" pitchFamily="18" charset="0"/>
                            </a:rPr>
                            <m:t>𝑑𝑡</m:t>
                          </m:r>
                        </m:den>
                      </m:f>
                      <m:r>
                        <a:rPr lang="en-GB" b="0" i="1" smtClean="0">
                          <a:latin typeface="Cambria Math" panose="02040503050406030204" pitchFamily="18" charset="0"/>
                        </a:rPr>
                        <m:t>=</m:t>
                      </m:r>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𝜆</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𝑒</m:t>
                          </m:r>
                        </m:e>
                        <m:sup>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𝜆</m:t>
                          </m:r>
                          <m:r>
                            <a:rPr lang="en-GB" b="0" i="1" smtClean="0">
                              <a:latin typeface="Cambria Math" panose="02040503050406030204" pitchFamily="18" charset="0"/>
                              <a:ea typeface="Cambria Math" panose="02040503050406030204" pitchFamily="18" charset="0"/>
                            </a:rPr>
                            <m:t>𝑡</m:t>
                          </m:r>
                        </m:sup>
                      </m:sSup>
                    </m:oMath>
                  </m:oMathPara>
                </a14:m>
                <a:endParaRPr lang="en-US" dirty="0"/>
              </a:p>
            </p:txBody>
          </p:sp>
        </mc:Choice>
        <mc:Fallback xmlns="">
          <p:sp>
            <p:nvSpPr>
              <p:cNvPr id="3" name="Content Placeholder 2">
                <a:extLst>
                  <a:ext uri="{FF2B5EF4-FFF2-40B4-BE49-F238E27FC236}">
                    <a16:creationId xmlns:a16="http://schemas.microsoft.com/office/drawing/2014/main" id="{A4424655-949E-1885-27DD-60E25FDEB10A}"/>
                  </a:ext>
                </a:extLst>
              </p:cNvPr>
              <p:cNvSpPr>
                <a:spLocks noGrp="1" noRot="1" noChangeAspect="1" noMove="1" noResize="1" noEditPoints="1" noAdjustHandles="1" noChangeArrowheads="1" noChangeShapeType="1" noTextEdit="1"/>
              </p:cNvSpPr>
              <p:nvPr>
                <p:ph idx="1"/>
              </p:nvPr>
            </p:nvSpPr>
            <p:spPr>
              <a:xfrm>
                <a:off x="838200" y="385445"/>
                <a:ext cx="10515600" cy="4351338"/>
              </a:xfrm>
              <a:blipFill>
                <a:blip r:embed="rId2"/>
                <a:stretch>
                  <a:fillRect l="-1086" t="-2332"/>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296C2F51-BBC3-D6BD-BF55-46766B8A65A5}"/>
              </a:ext>
            </a:extLst>
          </p:cNvPr>
          <p:cNvSpPr txBox="1"/>
          <p:nvPr/>
        </p:nvSpPr>
        <p:spPr>
          <a:xfrm>
            <a:off x="1858717" y="3198167"/>
            <a:ext cx="7800212" cy="830997"/>
          </a:xfrm>
          <a:prstGeom prst="rect">
            <a:avLst/>
          </a:prstGeom>
          <a:solidFill>
            <a:schemeClr val="accent5">
              <a:lumMod val="20000"/>
              <a:lumOff val="80000"/>
            </a:schemeClr>
          </a:solidFill>
        </p:spPr>
        <p:txBody>
          <a:bodyPr wrap="none" rtlCol="0">
            <a:spAutoFit/>
          </a:bodyPr>
          <a:lstStyle/>
          <a:p>
            <a:pPr algn="ctr"/>
            <a:r>
              <a:rPr lang="en-US" sz="2400" dirty="0"/>
              <a:t>PDF of waiting times between events in a Poisson process</a:t>
            </a:r>
          </a:p>
          <a:p>
            <a:pPr algn="ctr"/>
            <a:r>
              <a:rPr lang="en-US" sz="2400" dirty="0"/>
              <a:t>is the exponential distribution </a:t>
            </a:r>
          </a:p>
        </p:txBody>
      </p:sp>
      <p:cxnSp>
        <p:nvCxnSpPr>
          <p:cNvPr id="4" name="Straight Arrow Connector 3">
            <a:extLst>
              <a:ext uri="{FF2B5EF4-FFF2-40B4-BE49-F238E27FC236}">
                <a16:creationId xmlns:a16="http://schemas.microsoft.com/office/drawing/2014/main" id="{5447806A-C67F-C8D4-B752-83DC7A632623}"/>
              </a:ext>
            </a:extLst>
          </p:cNvPr>
          <p:cNvCxnSpPr/>
          <p:nvPr/>
        </p:nvCxnSpPr>
        <p:spPr>
          <a:xfrm flipV="1">
            <a:off x="5977894" y="2103120"/>
            <a:ext cx="834390" cy="83439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76876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32A9C-0B78-6E06-8488-2469DCAA0571}"/>
              </a:ext>
            </a:extLst>
          </p:cNvPr>
          <p:cNvSpPr>
            <a:spLocks noGrp="1"/>
          </p:cNvSpPr>
          <p:nvPr>
            <p:ph type="title"/>
          </p:nvPr>
        </p:nvSpPr>
        <p:spPr>
          <a:xfrm>
            <a:off x="838200" y="0"/>
            <a:ext cx="10515600" cy="1325563"/>
          </a:xfrm>
        </p:spPr>
        <p:txBody>
          <a:bodyPr/>
          <a:lstStyle/>
          <a:p>
            <a:r>
              <a:rPr lang="en-US" dirty="0">
                <a:solidFill>
                  <a:srgbClr val="0070C0"/>
                </a:solidFill>
              </a:rPr>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341B2B-238B-9AD5-900A-CF609C3B97AC}"/>
                  </a:ext>
                </a:extLst>
              </p:cNvPr>
              <p:cNvSpPr>
                <a:spLocks noGrp="1"/>
              </p:cNvSpPr>
              <p:nvPr>
                <p:ph idx="1"/>
              </p:nvPr>
            </p:nvSpPr>
            <p:spPr>
              <a:xfrm>
                <a:off x="838200" y="1470025"/>
                <a:ext cx="10515600" cy="4351338"/>
              </a:xfrm>
            </p:spPr>
            <p:txBody>
              <a:bodyPr>
                <a:normAutofit fontScale="92500" lnSpcReduction="10000"/>
              </a:bodyPr>
              <a:lstStyle/>
              <a:p>
                <a:pPr marL="0" indent="0">
                  <a:lnSpc>
                    <a:spcPct val="110000"/>
                  </a:lnSpc>
                  <a:buNone/>
                </a:pPr>
                <a:r>
                  <a:rPr lang="en-US" dirty="0"/>
                  <a:t>Assume a search engine is accessed 10 times per second on average. Suppose that the number of times the search engine is accessed is Poisson distributed. What is the probability that the waiting time until the next access is less than 0.1 seconds?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𝑌</m:t>
                      </m:r>
                      <m:r>
                        <a:rPr lang="en-GB" b="0" i="1" smtClean="0">
                          <a:latin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𝑃𝑜𝑖𝑠𝑠𝑜𝑛</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10</m:t>
                          </m:r>
                        </m:e>
                      </m:d>
                    </m:oMath>
                  </m:oMathPara>
                </a14:m>
                <a:endParaRPr lang="en-GB" b="0" dirty="0">
                  <a:ea typeface="Cambria Math" panose="02040503050406030204" pitchFamily="18" charset="0"/>
                </a:endParaRPr>
              </a:p>
              <a:p>
                <a:pPr marL="0" indent="0">
                  <a:buNone/>
                </a:pPr>
                <a:r>
                  <a:rPr lang="en-US" dirty="0"/>
                  <a:t>Let </a:t>
                </a:r>
                <a14:m>
                  <m:oMath xmlns:m="http://schemas.openxmlformats.org/officeDocument/2006/math">
                    <m:r>
                      <a:rPr lang="en-GB" b="0" i="1" smtClean="0">
                        <a:latin typeface="Cambria Math" panose="02040503050406030204" pitchFamily="18" charset="0"/>
                      </a:rPr>
                      <m:t>𝑋</m:t>
                    </m:r>
                  </m:oMath>
                </a14:m>
                <a:r>
                  <a:rPr lang="en-US" dirty="0"/>
                  <a:t> denote the waiting time between accesses </a:t>
                </a:r>
                <a:r>
                  <a:rPr lang="en-US" dirty="0">
                    <a:sym typeface="Wingdings" pitchFamily="2" charset="2"/>
                  </a:rPr>
                  <a:t></a:t>
                </a:r>
                <a14:m>
                  <m:oMath xmlns:m="http://schemas.openxmlformats.org/officeDocument/2006/math">
                    <m:r>
                      <a:rPr lang="en-GB" b="0" i="0" smtClean="0">
                        <a:latin typeface="Cambria Math" panose="02040503050406030204" pitchFamily="18" charset="0"/>
                        <a:sym typeface="Wingdings" pitchFamily="2" charset="2"/>
                      </a:rPr>
                      <m:t> </m:t>
                    </m:r>
                    <m:r>
                      <a:rPr lang="en-GB" b="0" i="1" smtClean="0">
                        <a:latin typeface="Cambria Math" panose="02040503050406030204" pitchFamily="18" charset="0"/>
                        <a:sym typeface="Wingdings" pitchFamily="2" charset="2"/>
                      </a:rPr>
                      <m:t>𝑋</m:t>
                    </m:r>
                    <m:r>
                      <a:rPr lang="en-GB" b="0" i="1" smtClean="0">
                        <a:latin typeface="Cambria Math" panose="02040503050406030204" pitchFamily="18" charset="0"/>
                        <a:sym typeface="Wingdings" pitchFamily="2" charset="2"/>
                      </a:rPr>
                      <m:t> ~</m:t>
                    </m:r>
                    <m:r>
                      <a:rPr lang="en-GB" b="0" i="1" smtClean="0">
                        <a:latin typeface="Cambria Math" panose="02040503050406030204" pitchFamily="18" charset="0"/>
                        <a:ea typeface="Cambria Math" panose="02040503050406030204" pitchFamily="18" charset="0"/>
                        <a:sym typeface="Wingdings" pitchFamily="2" charset="2"/>
                      </a:rPr>
                      <m:t>𝐸𝑥𝑝</m:t>
                    </m:r>
                    <m:r>
                      <a:rPr lang="en-GB" b="0" i="1" smtClean="0">
                        <a:latin typeface="Cambria Math" panose="02040503050406030204" pitchFamily="18" charset="0"/>
                        <a:ea typeface="Cambria Math" panose="02040503050406030204" pitchFamily="18" charset="0"/>
                        <a:sym typeface="Wingdings" pitchFamily="2" charset="2"/>
                      </a:rPr>
                      <m:t>(10)</m:t>
                    </m:r>
                  </m:oMath>
                </a14:m>
                <a:r>
                  <a:rPr lang="en-US" dirty="0">
                    <a:sym typeface="Wingdings" pitchFamily="2" charset="2"/>
                  </a:rPr>
                  <a:t> </a:t>
                </a:r>
              </a:p>
              <a:p>
                <a:pPr marL="0" indent="0">
                  <a:buNone/>
                </a:pPr>
                <a:r>
                  <a:rPr lang="en-US" dirty="0"/>
                  <a:t>Hence: </a:t>
                </a:r>
                <a14:m>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𝑋</m:t>
                        </m:r>
                        <m:r>
                          <a:rPr lang="en-GB" b="0" i="1" smtClean="0">
                            <a:latin typeface="Cambria Math" panose="02040503050406030204" pitchFamily="18" charset="0"/>
                          </a:rPr>
                          <m:t>≤0.1</m:t>
                        </m:r>
                      </m:e>
                    </m:d>
                    <m:r>
                      <a:rPr lang="en-GB" b="0" i="1" smtClean="0">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0.1</m:t>
                        </m:r>
                      </m:e>
                    </m:d>
                    <m:r>
                      <a:rPr lang="en-GB" b="0" i="1" smtClean="0">
                        <a:latin typeface="Cambria Math" panose="02040503050406030204" pitchFamily="18" charset="0"/>
                      </a:rPr>
                      <m:t>=1−</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−10</m:t>
                        </m:r>
                        <m:r>
                          <a:rPr lang="en-GB" b="0" i="1" smtClean="0">
                            <a:latin typeface="Cambria Math" panose="02040503050406030204" pitchFamily="18" charset="0"/>
                            <a:ea typeface="Cambria Math" panose="02040503050406030204" pitchFamily="18" charset="0"/>
                          </a:rPr>
                          <m:t>∙0.1</m:t>
                        </m:r>
                      </m:sup>
                    </m:s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0.63</m:t>
                    </m:r>
                  </m:oMath>
                </a14:m>
                <a:endParaRPr lang="en-US" dirty="0"/>
              </a:p>
              <a:p>
                <a:pPr marL="0" indent="0">
                  <a:buNone/>
                </a:pPr>
                <a:endParaRPr lang="en-US" dirty="0"/>
              </a:p>
              <a:p>
                <a:pPr marL="0" indent="0">
                  <a:buNone/>
                </a:pPr>
                <a:r>
                  <a:rPr lang="en-US" dirty="0"/>
                  <a:t> </a:t>
                </a:r>
              </a:p>
            </p:txBody>
          </p:sp>
        </mc:Choice>
        <mc:Fallback xmlns="">
          <p:sp>
            <p:nvSpPr>
              <p:cNvPr id="3" name="Content Placeholder 2">
                <a:extLst>
                  <a:ext uri="{FF2B5EF4-FFF2-40B4-BE49-F238E27FC236}">
                    <a16:creationId xmlns:a16="http://schemas.microsoft.com/office/drawing/2014/main" id="{7D341B2B-238B-9AD5-900A-CF609C3B97AC}"/>
                  </a:ext>
                </a:extLst>
              </p:cNvPr>
              <p:cNvSpPr>
                <a:spLocks noGrp="1" noRot="1" noChangeAspect="1" noMove="1" noResize="1" noEditPoints="1" noAdjustHandles="1" noChangeArrowheads="1" noChangeShapeType="1" noTextEdit="1"/>
              </p:cNvSpPr>
              <p:nvPr>
                <p:ph idx="1"/>
              </p:nvPr>
            </p:nvSpPr>
            <p:spPr>
              <a:xfrm>
                <a:off x="838200" y="1470025"/>
                <a:ext cx="10515600" cy="4351338"/>
              </a:xfrm>
              <a:blipFill>
                <a:blip r:embed="rId2"/>
                <a:stretch>
                  <a:fillRect l="-1086" t="-1163" r="-1206"/>
                </a:stretch>
              </a:blipFill>
            </p:spPr>
            <p:txBody>
              <a:bodyPr/>
              <a:lstStyle/>
              <a:p>
                <a:r>
                  <a:rPr lang="en-US">
                    <a:noFill/>
                  </a:rPr>
                  <a:t> </a:t>
                </a:r>
              </a:p>
            </p:txBody>
          </p:sp>
        </mc:Fallback>
      </mc:AlternateContent>
    </p:spTree>
    <p:extLst>
      <p:ext uri="{BB962C8B-B14F-4D97-AF65-F5344CB8AC3E}">
        <p14:creationId xmlns:p14="http://schemas.microsoft.com/office/powerpoint/2010/main" val="2874919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A14615-6230-A940-BC5B-D080A9C57A9B}"/>
              </a:ext>
            </a:extLst>
          </p:cNvPr>
          <p:cNvPicPr>
            <a:picLocks noChangeAspect="1"/>
          </p:cNvPicPr>
          <p:nvPr/>
        </p:nvPicPr>
        <p:blipFill>
          <a:blip r:embed="rId2"/>
          <a:stretch>
            <a:fillRect/>
          </a:stretch>
        </p:blipFill>
        <p:spPr>
          <a:xfrm>
            <a:off x="6467605" y="720905"/>
            <a:ext cx="5138057" cy="5138057"/>
          </a:xfrm>
          <a:prstGeom prst="rect">
            <a:avLst/>
          </a:prstGeom>
        </p:spPr>
      </p:pic>
      <p:sp>
        <p:nvSpPr>
          <p:cNvPr id="6" name="Rectangle 5">
            <a:extLst>
              <a:ext uri="{FF2B5EF4-FFF2-40B4-BE49-F238E27FC236}">
                <a16:creationId xmlns:a16="http://schemas.microsoft.com/office/drawing/2014/main" id="{4DB5D4F6-3814-5B4B-AFD0-04E8E513CA60}"/>
              </a:ext>
            </a:extLst>
          </p:cNvPr>
          <p:cNvSpPr/>
          <p:nvPr/>
        </p:nvSpPr>
        <p:spPr>
          <a:xfrm>
            <a:off x="586338" y="1859340"/>
            <a:ext cx="5333996" cy="3416320"/>
          </a:xfrm>
          <a:prstGeom prst="rect">
            <a:avLst/>
          </a:prstGeom>
        </p:spPr>
        <p:txBody>
          <a:bodyPr wrap="square">
            <a:spAutoFit/>
          </a:bodyPr>
          <a:lstStyle/>
          <a:p>
            <a:pPr marL="342900" indent="-342900">
              <a:buFont typeface="Arial" panose="020B0604020202020204" pitchFamily="34" charset="0"/>
              <a:buChar char="•"/>
            </a:pPr>
            <a:r>
              <a:rPr lang="en-US" sz="2400" dirty="0"/>
              <a:t>A random variable </a:t>
            </a:r>
            <a:r>
              <a:rPr lang="en-US" sz="2400" dirty="0">
                <a:solidFill>
                  <a:srgbClr val="00B050"/>
                </a:solidFill>
              </a:rPr>
              <a:t>X has a lognormal distribution </a:t>
            </a:r>
            <a:r>
              <a:rPr lang="en-US" sz="2400" dirty="0"/>
              <a:t>if</a:t>
            </a:r>
            <a:r>
              <a:rPr lang="en-US" sz="2400" dirty="0">
                <a:solidFill>
                  <a:srgbClr val="00B0F0"/>
                </a:solidFill>
              </a:rPr>
              <a:t> Z=ln(</a:t>
            </a:r>
            <a:r>
              <a:rPr lang="en-US" sz="2400" dirty="0">
                <a:solidFill>
                  <a:srgbClr val="00B050"/>
                </a:solidFill>
              </a:rPr>
              <a:t>X</a:t>
            </a:r>
            <a:r>
              <a:rPr lang="en-US" sz="2400" dirty="0">
                <a:solidFill>
                  <a:srgbClr val="00B0F0"/>
                </a:solidFill>
              </a:rPr>
              <a:t>) is normally distributed</a:t>
            </a:r>
            <a:r>
              <a:rPr lang="en-US" sz="2400" dirty="0"/>
              <a:t>. </a:t>
            </a:r>
          </a:p>
          <a:p>
            <a:pPr marL="342900" indent="-342900">
              <a:buFont typeface="Arial" panose="020B0604020202020204" pitchFamily="34" charset="0"/>
              <a:buChar char="•"/>
            </a:pPr>
            <a:r>
              <a:rPr lang="en-US" sz="2400" dirty="0"/>
              <a:t>Hence, X takes only positive values.</a:t>
            </a:r>
          </a:p>
          <a:p>
            <a:pPr marL="342900" indent="-342900">
              <a:buFont typeface="Arial" panose="020B0604020202020204" pitchFamily="34" charset="0"/>
              <a:buChar char="•"/>
            </a:pPr>
            <a:r>
              <a:rPr lang="en-US" sz="2400" dirty="0"/>
              <a:t>Distribution is skewed right (long right tail).</a:t>
            </a:r>
          </a:p>
          <a:p>
            <a:pPr marL="342900" indent="-342900">
              <a:buFont typeface="Arial" panose="020B0604020202020204" pitchFamily="34" charset="0"/>
              <a:buChar char="•"/>
            </a:pPr>
            <a:r>
              <a:rPr lang="en-US" sz="2400" dirty="0"/>
              <a:t>Used to model </a:t>
            </a:r>
            <a:r>
              <a:rPr lang="en-US" sz="2400" dirty="0">
                <a:solidFill>
                  <a:srgbClr val="7030A0"/>
                </a:solidFill>
              </a:rPr>
              <a:t>multiplicative</a:t>
            </a:r>
            <a:r>
              <a:rPr lang="en-US" sz="2400" dirty="0">
                <a:solidFill>
                  <a:schemeClr val="accent5">
                    <a:lumMod val="20000"/>
                    <a:lumOff val="80000"/>
                  </a:schemeClr>
                </a:solidFill>
              </a:rPr>
              <a:t> </a:t>
            </a:r>
            <a:r>
              <a:rPr lang="en-US" sz="2400" dirty="0"/>
              <a:t>processes, such as growth of a population and file sizes in internet.</a:t>
            </a:r>
          </a:p>
        </p:txBody>
      </p:sp>
      <p:sp>
        <p:nvSpPr>
          <p:cNvPr id="2" name="Title 1">
            <a:extLst>
              <a:ext uri="{FF2B5EF4-FFF2-40B4-BE49-F238E27FC236}">
                <a16:creationId xmlns:a16="http://schemas.microsoft.com/office/drawing/2014/main" id="{B90681C2-E807-0BD2-655D-C178E4037D98}"/>
              </a:ext>
            </a:extLst>
          </p:cNvPr>
          <p:cNvSpPr>
            <a:spLocks noGrp="1"/>
          </p:cNvSpPr>
          <p:nvPr>
            <p:ph type="title"/>
          </p:nvPr>
        </p:nvSpPr>
        <p:spPr>
          <a:xfrm>
            <a:off x="849351" y="185908"/>
            <a:ext cx="5750490" cy="1325563"/>
          </a:xfrm>
        </p:spPr>
        <p:txBody>
          <a:bodyPr/>
          <a:lstStyle/>
          <a:p>
            <a:r>
              <a:rPr lang="en-US" dirty="0">
                <a:solidFill>
                  <a:srgbClr val="0070C0"/>
                </a:solidFill>
              </a:rPr>
              <a:t>Log-normal distribution</a:t>
            </a:r>
            <a:endParaRPr lang="en-US" dirty="0"/>
          </a:p>
        </p:txBody>
      </p:sp>
    </p:spTree>
    <p:extLst>
      <p:ext uri="{BB962C8B-B14F-4D97-AF65-F5344CB8AC3E}">
        <p14:creationId xmlns:p14="http://schemas.microsoft.com/office/powerpoint/2010/main" val="246814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2354</TotalTime>
  <Words>1505</Words>
  <Application>Microsoft Macintosh PowerPoint</Application>
  <PresentationFormat>Widescreen</PresentationFormat>
  <Paragraphs>234</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Cambria Math</vt:lpstr>
      <vt:lpstr>Wingdings</vt:lpstr>
      <vt:lpstr>Office Theme</vt:lpstr>
      <vt:lpstr>Distributions</vt:lpstr>
      <vt:lpstr>Motivation</vt:lpstr>
      <vt:lpstr>Discrete distributions</vt:lpstr>
      <vt:lpstr>Bernoulli distribution</vt:lpstr>
      <vt:lpstr>Bernoulli distribution</vt:lpstr>
      <vt:lpstr>Bernoulli Distribution: example</vt:lpstr>
      <vt:lpstr>Bernoulli Distribution: example</vt:lpstr>
      <vt:lpstr>Binomial distribution</vt:lpstr>
      <vt:lpstr>PowerPoint Presentation</vt:lpstr>
      <vt:lpstr>Binomial Distribution</vt:lpstr>
      <vt:lpstr>Binomial Distribution</vt:lpstr>
      <vt:lpstr>Binomial Distribution</vt:lpstr>
      <vt:lpstr>Poisson distribution</vt:lpstr>
      <vt:lpstr>Example</vt:lpstr>
      <vt:lpstr>Example</vt:lpstr>
      <vt:lpstr>Poisson distribution  for different values of λ (t=1)  </vt:lpstr>
      <vt:lpstr>Continuous distributions</vt:lpstr>
      <vt:lpstr>Uniform distribution</vt:lpstr>
      <vt:lpstr>Normal or Gaussian distribution</vt:lpstr>
      <vt:lpstr>Normal or Gaussian distribution</vt:lpstr>
      <vt:lpstr>Normal or Gaussian distribution</vt:lpstr>
      <vt:lpstr>Normal or Gaussian distribution</vt:lpstr>
      <vt:lpstr>Normal or Gaussian distribution</vt:lpstr>
      <vt:lpstr>PowerPoint Presentation</vt:lpstr>
      <vt:lpstr>Exponential distribution</vt:lpstr>
      <vt:lpstr>Exponential distribution: memoryless</vt:lpstr>
      <vt:lpstr>Exponential distribution: memoryless</vt:lpstr>
      <vt:lpstr>Relationship between Poisson and exponential distributions</vt:lpstr>
      <vt:lpstr>PowerPoint Presentation</vt:lpstr>
      <vt:lpstr>Example</vt:lpstr>
      <vt:lpstr>Log-normal distribution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Carmen Romano</dc:creator>
  <cp:lastModifiedBy>Maria Carmen Romano</cp:lastModifiedBy>
  <cp:revision>1</cp:revision>
  <dcterms:created xsi:type="dcterms:W3CDTF">2025-02-01T07:51:10Z</dcterms:created>
  <dcterms:modified xsi:type="dcterms:W3CDTF">2025-03-16T08:23:27Z</dcterms:modified>
</cp:coreProperties>
</file>