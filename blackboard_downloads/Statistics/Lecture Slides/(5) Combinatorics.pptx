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18" r:id="rId3"/>
    <p:sldId id="319" r:id="rId4"/>
    <p:sldId id="320" r:id="rId5"/>
    <p:sldId id="322" r:id="rId6"/>
    <p:sldId id="321" r:id="rId7"/>
    <p:sldId id="323" r:id="rId8"/>
    <p:sldId id="324" r:id="rId9"/>
    <p:sldId id="32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B4513"/>
    <a:srgbClr val="F4A460"/>
    <a:srgbClr val="EEEE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E8593F-3918-8844-B108-42A2202E142D}" v="4" dt="2025-02-07T13:09:35.4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mano, M. Carmen" userId="aa8fdb40-17a6-4858-bc4e-f32e31186fd2" providerId="ADAL" clId="{8BE8593F-3918-8844-B108-42A2202E142D}"/>
    <pc:docChg chg="modSld">
      <pc:chgData name="Romano, M. Carmen" userId="aa8fdb40-17a6-4858-bc4e-f32e31186fd2" providerId="ADAL" clId="{8BE8593F-3918-8844-B108-42A2202E142D}" dt="2025-03-14T16:42:46.619" v="14" actId="113"/>
      <pc:docMkLst>
        <pc:docMk/>
      </pc:docMkLst>
      <pc:sldChg chg="modSp mod">
        <pc:chgData name="Romano, M. Carmen" userId="aa8fdb40-17a6-4858-bc4e-f32e31186fd2" providerId="ADAL" clId="{8BE8593F-3918-8844-B108-42A2202E142D}" dt="2025-02-07T13:04:22.423" v="10" actId="207"/>
        <pc:sldMkLst>
          <pc:docMk/>
          <pc:sldMk cId="3285811669" sldId="318"/>
        </pc:sldMkLst>
        <pc:spChg chg="mod">
          <ac:chgData name="Romano, M. Carmen" userId="aa8fdb40-17a6-4858-bc4e-f32e31186fd2" providerId="ADAL" clId="{8BE8593F-3918-8844-B108-42A2202E142D}" dt="2025-02-07T13:04:22.423" v="10" actId="207"/>
          <ac:spMkLst>
            <pc:docMk/>
            <pc:sldMk cId="3285811669" sldId="318"/>
            <ac:spMk id="3" creationId="{87AD6B46-240D-DD74-4027-9466A2152129}"/>
          </ac:spMkLst>
        </pc:spChg>
      </pc:sldChg>
      <pc:sldChg chg="modSp mod">
        <pc:chgData name="Romano, M. Carmen" userId="aa8fdb40-17a6-4858-bc4e-f32e31186fd2" providerId="ADAL" clId="{8BE8593F-3918-8844-B108-42A2202E142D}" dt="2025-03-14T16:42:46.619" v="14" actId="113"/>
        <pc:sldMkLst>
          <pc:docMk/>
          <pc:sldMk cId="3410097093" sldId="322"/>
        </pc:sldMkLst>
        <pc:spChg chg="mod">
          <ac:chgData name="Romano, M. Carmen" userId="aa8fdb40-17a6-4858-bc4e-f32e31186fd2" providerId="ADAL" clId="{8BE8593F-3918-8844-B108-42A2202E142D}" dt="2025-03-14T16:42:46.619" v="14" actId="113"/>
          <ac:spMkLst>
            <pc:docMk/>
            <pc:sldMk cId="3410097093" sldId="322"/>
            <ac:spMk id="2" creationId="{D1744E1C-702A-F78E-03BB-76444500575B}"/>
          </ac:spMkLst>
        </pc:spChg>
      </pc:sldChg>
      <pc:sldChg chg="modAnim">
        <pc:chgData name="Romano, M. Carmen" userId="aa8fdb40-17a6-4858-bc4e-f32e31186fd2" providerId="ADAL" clId="{8BE8593F-3918-8844-B108-42A2202E142D}" dt="2025-02-07T13:09:35.444" v="13"/>
        <pc:sldMkLst>
          <pc:docMk/>
          <pc:sldMk cId="2673691602" sldId="32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5A89C-5F25-D0D2-D202-2F85E16A31A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C321F836-F401-D167-4E2E-4808DF9736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5429BFC-A1F0-AECA-1567-E61394E8B6CC}"/>
              </a:ext>
            </a:extLst>
          </p:cNvPr>
          <p:cNvSpPr>
            <a:spLocks noGrp="1"/>
          </p:cNvSpPr>
          <p:nvPr>
            <p:ph type="dt" sz="half" idx="10"/>
          </p:nvPr>
        </p:nvSpPr>
        <p:spPr/>
        <p:txBody>
          <a:bodyPr/>
          <a:lstStyle/>
          <a:p>
            <a:fld id="{A5D9E561-57EA-3048-8AB6-46FD379D8F8B}" type="datetimeFigureOut">
              <a:rPr lang="en-US" smtClean="0"/>
              <a:t>3/14/25</a:t>
            </a:fld>
            <a:endParaRPr lang="en-US"/>
          </a:p>
        </p:txBody>
      </p:sp>
      <p:sp>
        <p:nvSpPr>
          <p:cNvPr id="5" name="Footer Placeholder 4">
            <a:extLst>
              <a:ext uri="{FF2B5EF4-FFF2-40B4-BE49-F238E27FC236}">
                <a16:creationId xmlns:a16="http://schemas.microsoft.com/office/drawing/2014/main" id="{C341D25C-458A-EBF2-898B-4E5D5D526F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6B8F28-2AF3-375A-66C8-ABADE87C4F22}"/>
              </a:ext>
            </a:extLst>
          </p:cNvPr>
          <p:cNvSpPr>
            <a:spLocks noGrp="1"/>
          </p:cNvSpPr>
          <p:nvPr>
            <p:ph type="sldNum" sz="quarter" idx="12"/>
          </p:nvPr>
        </p:nvSpPr>
        <p:spPr/>
        <p:txBody>
          <a:bodyPr/>
          <a:lstStyle/>
          <a:p>
            <a:fld id="{9EBE9D81-3DFC-8248-841D-97144EEA1D5A}" type="slidenum">
              <a:rPr lang="en-US" smtClean="0"/>
              <a:t>‹#›</a:t>
            </a:fld>
            <a:endParaRPr lang="en-US"/>
          </a:p>
        </p:txBody>
      </p:sp>
    </p:spTree>
    <p:extLst>
      <p:ext uri="{BB962C8B-B14F-4D97-AF65-F5344CB8AC3E}">
        <p14:creationId xmlns:p14="http://schemas.microsoft.com/office/powerpoint/2010/main" val="1084769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37860-AA6E-3105-2FBC-317F6965D6B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EB73B91-3DFE-1A45-8B4D-5FB76239620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E42A5B-D5F6-5D74-AFE9-EEA6397C4011}"/>
              </a:ext>
            </a:extLst>
          </p:cNvPr>
          <p:cNvSpPr>
            <a:spLocks noGrp="1"/>
          </p:cNvSpPr>
          <p:nvPr>
            <p:ph type="dt" sz="half" idx="10"/>
          </p:nvPr>
        </p:nvSpPr>
        <p:spPr/>
        <p:txBody>
          <a:bodyPr/>
          <a:lstStyle/>
          <a:p>
            <a:fld id="{A5D9E561-57EA-3048-8AB6-46FD379D8F8B}" type="datetimeFigureOut">
              <a:rPr lang="en-US" smtClean="0"/>
              <a:t>3/14/25</a:t>
            </a:fld>
            <a:endParaRPr lang="en-US"/>
          </a:p>
        </p:txBody>
      </p:sp>
      <p:sp>
        <p:nvSpPr>
          <p:cNvPr id="5" name="Footer Placeholder 4">
            <a:extLst>
              <a:ext uri="{FF2B5EF4-FFF2-40B4-BE49-F238E27FC236}">
                <a16:creationId xmlns:a16="http://schemas.microsoft.com/office/drawing/2014/main" id="{77CFE6C9-5E74-1CD9-B30F-7C9D14230F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B0BD44-A172-64EE-A16A-4C314F472778}"/>
              </a:ext>
            </a:extLst>
          </p:cNvPr>
          <p:cNvSpPr>
            <a:spLocks noGrp="1"/>
          </p:cNvSpPr>
          <p:nvPr>
            <p:ph type="sldNum" sz="quarter" idx="12"/>
          </p:nvPr>
        </p:nvSpPr>
        <p:spPr/>
        <p:txBody>
          <a:bodyPr/>
          <a:lstStyle/>
          <a:p>
            <a:fld id="{9EBE9D81-3DFC-8248-841D-97144EEA1D5A}" type="slidenum">
              <a:rPr lang="en-US" smtClean="0"/>
              <a:t>‹#›</a:t>
            </a:fld>
            <a:endParaRPr lang="en-US"/>
          </a:p>
        </p:txBody>
      </p:sp>
    </p:spTree>
    <p:extLst>
      <p:ext uri="{BB962C8B-B14F-4D97-AF65-F5344CB8AC3E}">
        <p14:creationId xmlns:p14="http://schemas.microsoft.com/office/powerpoint/2010/main" val="2728908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882EB-B06E-122F-807C-C8C9566B0D6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E78D41C-55CB-63FF-C520-E1904887C4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4E2668A-BC90-F27A-0A70-6E651F5E0B3A}"/>
              </a:ext>
            </a:extLst>
          </p:cNvPr>
          <p:cNvSpPr>
            <a:spLocks noGrp="1"/>
          </p:cNvSpPr>
          <p:nvPr>
            <p:ph type="dt" sz="half" idx="10"/>
          </p:nvPr>
        </p:nvSpPr>
        <p:spPr/>
        <p:txBody>
          <a:bodyPr/>
          <a:lstStyle/>
          <a:p>
            <a:fld id="{A5D9E561-57EA-3048-8AB6-46FD379D8F8B}" type="datetimeFigureOut">
              <a:rPr lang="en-US" smtClean="0"/>
              <a:t>3/14/25</a:t>
            </a:fld>
            <a:endParaRPr lang="en-US"/>
          </a:p>
        </p:txBody>
      </p:sp>
      <p:sp>
        <p:nvSpPr>
          <p:cNvPr id="5" name="Footer Placeholder 4">
            <a:extLst>
              <a:ext uri="{FF2B5EF4-FFF2-40B4-BE49-F238E27FC236}">
                <a16:creationId xmlns:a16="http://schemas.microsoft.com/office/drawing/2014/main" id="{EA8207CD-4C3B-3590-89BB-4A98539F3B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EC52DA-CE38-17A4-0C6B-F1ACCDD867EE}"/>
              </a:ext>
            </a:extLst>
          </p:cNvPr>
          <p:cNvSpPr>
            <a:spLocks noGrp="1"/>
          </p:cNvSpPr>
          <p:nvPr>
            <p:ph type="sldNum" sz="quarter" idx="12"/>
          </p:nvPr>
        </p:nvSpPr>
        <p:spPr/>
        <p:txBody>
          <a:bodyPr/>
          <a:lstStyle/>
          <a:p>
            <a:fld id="{9EBE9D81-3DFC-8248-841D-97144EEA1D5A}" type="slidenum">
              <a:rPr lang="en-US" smtClean="0"/>
              <a:t>‹#›</a:t>
            </a:fld>
            <a:endParaRPr lang="en-US"/>
          </a:p>
        </p:txBody>
      </p:sp>
    </p:spTree>
    <p:extLst>
      <p:ext uri="{BB962C8B-B14F-4D97-AF65-F5344CB8AC3E}">
        <p14:creationId xmlns:p14="http://schemas.microsoft.com/office/powerpoint/2010/main" val="2983201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4E413-958E-EAF3-385E-207B78C3B82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F338E14-9096-D0F2-C2E4-E71850ED3BF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2B03E07-055E-6044-5913-96A3D6B657B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9090E33-9880-D25C-27A1-2406BD49FF9D}"/>
              </a:ext>
            </a:extLst>
          </p:cNvPr>
          <p:cNvSpPr>
            <a:spLocks noGrp="1"/>
          </p:cNvSpPr>
          <p:nvPr>
            <p:ph type="dt" sz="half" idx="10"/>
          </p:nvPr>
        </p:nvSpPr>
        <p:spPr/>
        <p:txBody>
          <a:bodyPr/>
          <a:lstStyle/>
          <a:p>
            <a:fld id="{A5D9E561-57EA-3048-8AB6-46FD379D8F8B}" type="datetimeFigureOut">
              <a:rPr lang="en-US" smtClean="0"/>
              <a:t>3/14/25</a:t>
            </a:fld>
            <a:endParaRPr lang="en-US"/>
          </a:p>
        </p:txBody>
      </p:sp>
      <p:sp>
        <p:nvSpPr>
          <p:cNvPr id="6" name="Footer Placeholder 5">
            <a:extLst>
              <a:ext uri="{FF2B5EF4-FFF2-40B4-BE49-F238E27FC236}">
                <a16:creationId xmlns:a16="http://schemas.microsoft.com/office/drawing/2014/main" id="{B2562A5F-5B6B-E816-E66E-3153E8221F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F62A19-4A82-F2CA-C8E1-42F00DDD95C3}"/>
              </a:ext>
            </a:extLst>
          </p:cNvPr>
          <p:cNvSpPr>
            <a:spLocks noGrp="1"/>
          </p:cNvSpPr>
          <p:nvPr>
            <p:ph type="sldNum" sz="quarter" idx="12"/>
          </p:nvPr>
        </p:nvSpPr>
        <p:spPr/>
        <p:txBody>
          <a:bodyPr/>
          <a:lstStyle/>
          <a:p>
            <a:fld id="{9EBE9D81-3DFC-8248-841D-97144EEA1D5A}" type="slidenum">
              <a:rPr lang="en-US" smtClean="0"/>
              <a:t>‹#›</a:t>
            </a:fld>
            <a:endParaRPr lang="en-US"/>
          </a:p>
        </p:txBody>
      </p:sp>
    </p:spTree>
    <p:extLst>
      <p:ext uri="{BB962C8B-B14F-4D97-AF65-F5344CB8AC3E}">
        <p14:creationId xmlns:p14="http://schemas.microsoft.com/office/powerpoint/2010/main" val="3318060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22920-55C5-3B62-2C8D-AF23C59149D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FBBD501-5D93-0535-CF21-C1D679559E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F2AB950-0599-8C2E-A433-FD4C4AE0469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91A2555-6F72-DC61-18CA-CC208FABD8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6E0FA0E-07FB-F961-2985-CF5BBE2C93D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B740C00-18D4-3D7D-0CE0-57328F2428DC}"/>
              </a:ext>
            </a:extLst>
          </p:cNvPr>
          <p:cNvSpPr>
            <a:spLocks noGrp="1"/>
          </p:cNvSpPr>
          <p:nvPr>
            <p:ph type="dt" sz="half" idx="10"/>
          </p:nvPr>
        </p:nvSpPr>
        <p:spPr/>
        <p:txBody>
          <a:bodyPr/>
          <a:lstStyle/>
          <a:p>
            <a:fld id="{A5D9E561-57EA-3048-8AB6-46FD379D8F8B}" type="datetimeFigureOut">
              <a:rPr lang="en-US" smtClean="0"/>
              <a:t>3/14/25</a:t>
            </a:fld>
            <a:endParaRPr lang="en-US"/>
          </a:p>
        </p:txBody>
      </p:sp>
      <p:sp>
        <p:nvSpPr>
          <p:cNvPr id="8" name="Footer Placeholder 7">
            <a:extLst>
              <a:ext uri="{FF2B5EF4-FFF2-40B4-BE49-F238E27FC236}">
                <a16:creationId xmlns:a16="http://schemas.microsoft.com/office/drawing/2014/main" id="{40F3EFC8-31E2-266C-B44D-14B04F069D0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9256DA-FAFE-B7B9-029C-5C89BD0EB3E9}"/>
              </a:ext>
            </a:extLst>
          </p:cNvPr>
          <p:cNvSpPr>
            <a:spLocks noGrp="1"/>
          </p:cNvSpPr>
          <p:nvPr>
            <p:ph type="sldNum" sz="quarter" idx="12"/>
          </p:nvPr>
        </p:nvSpPr>
        <p:spPr/>
        <p:txBody>
          <a:bodyPr/>
          <a:lstStyle/>
          <a:p>
            <a:fld id="{9EBE9D81-3DFC-8248-841D-97144EEA1D5A}" type="slidenum">
              <a:rPr lang="en-US" smtClean="0"/>
              <a:t>‹#›</a:t>
            </a:fld>
            <a:endParaRPr lang="en-US"/>
          </a:p>
        </p:txBody>
      </p:sp>
    </p:spTree>
    <p:extLst>
      <p:ext uri="{BB962C8B-B14F-4D97-AF65-F5344CB8AC3E}">
        <p14:creationId xmlns:p14="http://schemas.microsoft.com/office/powerpoint/2010/main" val="447948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BE792-5CD7-719C-2B29-D65F6A18690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76AD441-84E1-D5B0-1A42-ED4186AF4D2B}"/>
              </a:ext>
            </a:extLst>
          </p:cNvPr>
          <p:cNvSpPr>
            <a:spLocks noGrp="1"/>
          </p:cNvSpPr>
          <p:nvPr>
            <p:ph type="dt" sz="half" idx="10"/>
          </p:nvPr>
        </p:nvSpPr>
        <p:spPr/>
        <p:txBody>
          <a:bodyPr/>
          <a:lstStyle/>
          <a:p>
            <a:fld id="{A5D9E561-57EA-3048-8AB6-46FD379D8F8B}" type="datetimeFigureOut">
              <a:rPr lang="en-US" smtClean="0"/>
              <a:t>3/14/25</a:t>
            </a:fld>
            <a:endParaRPr lang="en-US"/>
          </a:p>
        </p:txBody>
      </p:sp>
      <p:sp>
        <p:nvSpPr>
          <p:cNvPr id="4" name="Footer Placeholder 3">
            <a:extLst>
              <a:ext uri="{FF2B5EF4-FFF2-40B4-BE49-F238E27FC236}">
                <a16:creationId xmlns:a16="http://schemas.microsoft.com/office/drawing/2014/main" id="{9F765FA6-78CE-CCE1-499C-0523E92556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5819EC2-6643-6DB8-AB60-C19B0E70F1BD}"/>
              </a:ext>
            </a:extLst>
          </p:cNvPr>
          <p:cNvSpPr>
            <a:spLocks noGrp="1"/>
          </p:cNvSpPr>
          <p:nvPr>
            <p:ph type="sldNum" sz="quarter" idx="12"/>
          </p:nvPr>
        </p:nvSpPr>
        <p:spPr/>
        <p:txBody>
          <a:bodyPr/>
          <a:lstStyle/>
          <a:p>
            <a:fld id="{9EBE9D81-3DFC-8248-841D-97144EEA1D5A}" type="slidenum">
              <a:rPr lang="en-US" smtClean="0"/>
              <a:t>‹#›</a:t>
            </a:fld>
            <a:endParaRPr lang="en-US"/>
          </a:p>
        </p:txBody>
      </p:sp>
    </p:spTree>
    <p:extLst>
      <p:ext uri="{BB962C8B-B14F-4D97-AF65-F5344CB8AC3E}">
        <p14:creationId xmlns:p14="http://schemas.microsoft.com/office/powerpoint/2010/main" val="1688053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562193-5670-BA5A-594D-D41DAD03A893}"/>
              </a:ext>
            </a:extLst>
          </p:cNvPr>
          <p:cNvSpPr>
            <a:spLocks noGrp="1"/>
          </p:cNvSpPr>
          <p:nvPr>
            <p:ph type="dt" sz="half" idx="10"/>
          </p:nvPr>
        </p:nvSpPr>
        <p:spPr/>
        <p:txBody>
          <a:bodyPr/>
          <a:lstStyle/>
          <a:p>
            <a:fld id="{A5D9E561-57EA-3048-8AB6-46FD379D8F8B}" type="datetimeFigureOut">
              <a:rPr lang="en-US" smtClean="0"/>
              <a:t>3/14/25</a:t>
            </a:fld>
            <a:endParaRPr lang="en-US"/>
          </a:p>
        </p:txBody>
      </p:sp>
      <p:sp>
        <p:nvSpPr>
          <p:cNvPr id="3" name="Footer Placeholder 2">
            <a:extLst>
              <a:ext uri="{FF2B5EF4-FFF2-40B4-BE49-F238E27FC236}">
                <a16:creationId xmlns:a16="http://schemas.microsoft.com/office/drawing/2014/main" id="{8B8068BF-9CFE-9366-AD48-BD00113FE5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E14DB4C-257F-827E-0949-ECE7EFDBAE83}"/>
              </a:ext>
            </a:extLst>
          </p:cNvPr>
          <p:cNvSpPr>
            <a:spLocks noGrp="1"/>
          </p:cNvSpPr>
          <p:nvPr>
            <p:ph type="sldNum" sz="quarter" idx="12"/>
          </p:nvPr>
        </p:nvSpPr>
        <p:spPr/>
        <p:txBody>
          <a:bodyPr/>
          <a:lstStyle/>
          <a:p>
            <a:fld id="{9EBE9D81-3DFC-8248-841D-97144EEA1D5A}" type="slidenum">
              <a:rPr lang="en-US" smtClean="0"/>
              <a:t>‹#›</a:t>
            </a:fld>
            <a:endParaRPr lang="en-US"/>
          </a:p>
        </p:txBody>
      </p:sp>
    </p:spTree>
    <p:extLst>
      <p:ext uri="{BB962C8B-B14F-4D97-AF65-F5344CB8AC3E}">
        <p14:creationId xmlns:p14="http://schemas.microsoft.com/office/powerpoint/2010/main" val="2423835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ED1C1-9B3F-7368-5AA3-162FA43D83A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533C501-9E3F-24AF-1E71-11F5E15D5F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7127B7E-134A-42E8-1337-FFD176CE46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32FD8F7-0A32-FB96-E6A4-5F3EEF85B423}"/>
              </a:ext>
            </a:extLst>
          </p:cNvPr>
          <p:cNvSpPr>
            <a:spLocks noGrp="1"/>
          </p:cNvSpPr>
          <p:nvPr>
            <p:ph type="dt" sz="half" idx="10"/>
          </p:nvPr>
        </p:nvSpPr>
        <p:spPr/>
        <p:txBody>
          <a:bodyPr/>
          <a:lstStyle/>
          <a:p>
            <a:fld id="{A5D9E561-57EA-3048-8AB6-46FD379D8F8B}" type="datetimeFigureOut">
              <a:rPr lang="en-US" smtClean="0"/>
              <a:t>3/14/25</a:t>
            </a:fld>
            <a:endParaRPr lang="en-US"/>
          </a:p>
        </p:txBody>
      </p:sp>
      <p:sp>
        <p:nvSpPr>
          <p:cNvPr id="6" name="Footer Placeholder 5">
            <a:extLst>
              <a:ext uri="{FF2B5EF4-FFF2-40B4-BE49-F238E27FC236}">
                <a16:creationId xmlns:a16="http://schemas.microsoft.com/office/drawing/2014/main" id="{200F1D7A-4E79-D9D7-6977-85A3CF0D9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251322-58B8-DB85-9DF0-83381CCE9756}"/>
              </a:ext>
            </a:extLst>
          </p:cNvPr>
          <p:cNvSpPr>
            <a:spLocks noGrp="1"/>
          </p:cNvSpPr>
          <p:nvPr>
            <p:ph type="sldNum" sz="quarter" idx="12"/>
          </p:nvPr>
        </p:nvSpPr>
        <p:spPr/>
        <p:txBody>
          <a:bodyPr/>
          <a:lstStyle/>
          <a:p>
            <a:fld id="{9EBE9D81-3DFC-8248-841D-97144EEA1D5A}" type="slidenum">
              <a:rPr lang="en-US" smtClean="0"/>
              <a:t>‹#›</a:t>
            </a:fld>
            <a:endParaRPr lang="en-US"/>
          </a:p>
        </p:txBody>
      </p:sp>
    </p:spTree>
    <p:extLst>
      <p:ext uri="{BB962C8B-B14F-4D97-AF65-F5344CB8AC3E}">
        <p14:creationId xmlns:p14="http://schemas.microsoft.com/office/powerpoint/2010/main" val="733543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FDEB1-F121-6E9D-7871-C9281FAE962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5207FBA6-FC16-C67B-8CEF-97C89A9766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5E1DE8D-E724-B111-50B8-B24070AA42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1511FB8-EDAB-F04D-67C6-FC8AB1CD5F08}"/>
              </a:ext>
            </a:extLst>
          </p:cNvPr>
          <p:cNvSpPr>
            <a:spLocks noGrp="1"/>
          </p:cNvSpPr>
          <p:nvPr>
            <p:ph type="dt" sz="half" idx="10"/>
          </p:nvPr>
        </p:nvSpPr>
        <p:spPr/>
        <p:txBody>
          <a:bodyPr/>
          <a:lstStyle/>
          <a:p>
            <a:fld id="{A5D9E561-57EA-3048-8AB6-46FD379D8F8B}" type="datetimeFigureOut">
              <a:rPr lang="en-US" smtClean="0"/>
              <a:t>3/14/25</a:t>
            </a:fld>
            <a:endParaRPr lang="en-US"/>
          </a:p>
        </p:txBody>
      </p:sp>
      <p:sp>
        <p:nvSpPr>
          <p:cNvPr id="6" name="Footer Placeholder 5">
            <a:extLst>
              <a:ext uri="{FF2B5EF4-FFF2-40B4-BE49-F238E27FC236}">
                <a16:creationId xmlns:a16="http://schemas.microsoft.com/office/drawing/2014/main" id="{02003A74-237D-6169-775F-1636769612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23B32A-689E-C47C-5740-889850DFC0B9}"/>
              </a:ext>
            </a:extLst>
          </p:cNvPr>
          <p:cNvSpPr>
            <a:spLocks noGrp="1"/>
          </p:cNvSpPr>
          <p:nvPr>
            <p:ph type="sldNum" sz="quarter" idx="12"/>
          </p:nvPr>
        </p:nvSpPr>
        <p:spPr/>
        <p:txBody>
          <a:bodyPr/>
          <a:lstStyle/>
          <a:p>
            <a:fld id="{9EBE9D81-3DFC-8248-841D-97144EEA1D5A}" type="slidenum">
              <a:rPr lang="en-US" smtClean="0"/>
              <a:t>‹#›</a:t>
            </a:fld>
            <a:endParaRPr lang="en-US"/>
          </a:p>
        </p:txBody>
      </p:sp>
    </p:spTree>
    <p:extLst>
      <p:ext uri="{BB962C8B-B14F-4D97-AF65-F5344CB8AC3E}">
        <p14:creationId xmlns:p14="http://schemas.microsoft.com/office/powerpoint/2010/main" val="843128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69782-6B68-2EB5-243B-C4DA666593B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1E00B82-540A-A3DA-0FC6-4DA9CBB7BA6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A0EEEF0-997E-B7F3-668F-60CC5EE7E87D}"/>
              </a:ext>
            </a:extLst>
          </p:cNvPr>
          <p:cNvSpPr>
            <a:spLocks noGrp="1"/>
          </p:cNvSpPr>
          <p:nvPr>
            <p:ph type="dt" sz="half" idx="10"/>
          </p:nvPr>
        </p:nvSpPr>
        <p:spPr/>
        <p:txBody>
          <a:bodyPr/>
          <a:lstStyle/>
          <a:p>
            <a:fld id="{A5D9E561-57EA-3048-8AB6-46FD379D8F8B}" type="datetimeFigureOut">
              <a:rPr lang="en-US" smtClean="0"/>
              <a:t>3/14/25</a:t>
            </a:fld>
            <a:endParaRPr lang="en-US"/>
          </a:p>
        </p:txBody>
      </p:sp>
      <p:sp>
        <p:nvSpPr>
          <p:cNvPr id="5" name="Footer Placeholder 4">
            <a:extLst>
              <a:ext uri="{FF2B5EF4-FFF2-40B4-BE49-F238E27FC236}">
                <a16:creationId xmlns:a16="http://schemas.microsoft.com/office/drawing/2014/main" id="{4A9D91A0-3808-4D52-FF08-C8E27C9373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A2FC41-7D5B-2FC4-383B-A9F886D96A99}"/>
              </a:ext>
            </a:extLst>
          </p:cNvPr>
          <p:cNvSpPr>
            <a:spLocks noGrp="1"/>
          </p:cNvSpPr>
          <p:nvPr>
            <p:ph type="sldNum" sz="quarter" idx="12"/>
          </p:nvPr>
        </p:nvSpPr>
        <p:spPr/>
        <p:txBody>
          <a:bodyPr/>
          <a:lstStyle/>
          <a:p>
            <a:fld id="{9EBE9D81-3DFC-8248-841D-97144EEA1D5A}" type="slidenum">
              <a:rPr lang="en-US" smtClean="0"/>
              <a:t>‹#›</a:t>
            </a:fld>
            <a:endParaRPr lang="en-US"/>
          </a:p>
        </p:txBody>
      </p:sp>
    </p:spTree>
    <p:extLst>
      <p:ext uri="{BB962C8B-B14F-4D97-AF65-F5344CB8AC3E}">
        <p14:creationId xmlns:p14="http://schemas.microsoft.com/office/powerpoint/2010/main" val="2976382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C66B8B-DB1C-6B9E-D497-B7E7E1069F7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5CBDE27-73A3-C3B9-818E-474C369774C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E693203-2895-1CDD-2064-6FCE31EEB814}"/>
              </a:ext>
            </a:extLst>
          </p:cNvPr>
          <p:cNvSpPr>
            <a:spLocks noGrp="1"/>
          </p:cNvSpPr>
          <p:nvPr>
            <p:ph type="dt" sz="half" idx="10"/>
          </p:nvPr>
        </p:nvSpPr>
        <p:spPr/>
        <p:txBody>
          <a:bodyPr/>
          <a:lstStyle/>
          <a:p>
            <a:fld id="{A5D9E561-57EA-3048-8AB6-46FD379D8F8B}" type="datetimeFigureOut">
              <a:rPr lang="en-US" smtClean="0"/>
              <a:t>3/14/25</a:t>
            </a:fld>
            <a:endParaRPr lang="en-US"/>
          </a:p>
        </p:txBody>
      </p:sp>
      <p:sp>
        <p:nvSpPr>
          <p:cNvPr id="5" name="Footer Placeholder 4">
            <a:extLst>
              <a:ext uri="{FF2B5EF4-FFF2-40B4-BE49-F238E27FC236}">
                <a16:creationId xmlns:a16="http://schemas.microsoft.com/office/drawing/2014/main" id="{9824CF3E-9346-9DCF-030D-B1B778083F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491132-AB15-8EBB-862C-AB8F113F1BE4}"/>
              </a:ext>
            </a:extLst>
          </p:cNvPr>
          <p:cNvSpPr>
            <a:spLocks noGrp="1"/>
          </p:cNvSpPr>
          <p:nvPr>
            <p:ph type="sldNum" sz="quarter" idx="12"/>
          </p:nvPr>
        </p:nvSpPr>
        <p:spPr/>
        <p:txBody>
          <a:bodyPr/>
          <a:lstStyle/>
          <a:p>
            <a:fld id="{9EBE9D81-3DFC-8248-841D-97144EEA1D5A}" type="slidenum">
              <a:rPr lang="en-US" smtClean="0"/>
              <a:t>‹#›</a:t>
            </a:fld>
            <a:endParaRPr lang="en-US"/>
          </a:p>
        </p:txBody>
      </p:sp>
    </p:spTree>
    <p:extLst>
      <p:ext uri="{BB962C8B-B14F-4D97-AF65-F5344CB8AC3E}">
        <p14:creationId xmlns:p14="http://schemas.microsoft.com/office/powerpoint/2010/main" val="3058916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DC5DA1-0187-FBBF-3BE9-9BD392CEA4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B69D1AE-3743-4695-D491-1663FFA66E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3D9D4BC-8A73-F930-5F5F-1C7CE4E1F7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D9E561-57EA-3048-8AB6-46FD379D8F8B}" type="datetimeFigureOut">
              <a:rPr lang="en-US" smtClean="0"/>
              <a:t>3/14/25</a:t>
            </a:fld>
            <a:endParaRPr lang="en-US"/>
          </a:p>
        </p:txBody>
      </p:sp>
      <p:sp>
        <p:nvSpPr>
          <p:cNvPr id="5" name="Footer Placeholder 4">
            <a:extLst>
              <a:ext uri="{FF2B5EF4-FFF2-40B4-BE49-F238E27FC236}">
                <a16:creationId xmlns:a16="http://schemas.microsoft.com/office/drawing/2014/main" id="{B9D0550D-8A22-59F9-C871-9DFA23208A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E60486B-1526-7B1B-2F1B-9731A0B742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EBE9D81-3DFC-8248-841D-97144EEA1D5A}" type="slidenum">
              <a:rPr lang="en-US" smtClean="0"/>
              <a:t>‹#›</a:t>
            </a:fld>
            <a:endParaRPr lang="en-US"/>
          </a:p>
        </p:txBody>
      </p:sp>
    </p:spTree>
    <p:extLst>
      <p:ext uri="{BB962C8B-B14F-4D97-AF65-F5344CB8AC3E}">
        <p14:creationId xmlns:p14="http://schemas.microsoft.com/office/powerpoint/2010/main" val="26957535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870E9-DE25-50BC-11B7-94FBBB0584A7}"/>
              </a:ext>
            </a:extLst>
          </p:cNvPr>
          <p:cNvSpPr>
            <a:spLocks noGrp="1"/>
          </p:cNvSpPr>
          <p:nvPr>
            <p:ph type="ctrTitle"/>
          </p:nvPr>
        </p:nvSpPr>
        <p:spPr/>
        <p:txBody>
          <a:bodyPr/>
          <a:lstStyle/>
          <a:p>
            <a:r>
              <a:rPr lang="en-US" dirty="0">
                <a:solidFill>
                  <a:srgbClr val="0070C0"/>
                </a:solidFill>
              </a:rPr>
              <a:t>Combinatorics</a:t>
            </a:r>
          </a:p>
        </p:txBody>
      </p:sp>
    </p:spTree>
    <p:extLst>
      <p:ext uri="{BB962C8B-B14F-4D97-AF65-F5344CB8AC3E}">
        <p14:creationId xmlns:p14="http://schemas.microsoft.com/office/powerpoint/2010/main" val="3124075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9D51B-32B0-D78F-1735-D81A9C69ACCD}"/>
              </a:ext>
            </a:extLst>
          </p:cNvPr>
          <p:cNvSpPr>
            <a:spLocks noGrp="1"/>
          </p:cNvSpPr>
          <p:nvPr>
            <p:ph type="title"/>
          </p:nvPr>
        </p:nvSpPr>
        <p:spPr/>
        <p:txBody>
          <a:bodyPr/>
          <a:lstStyle/>
          <a:p>
            <a:r>
              <a:rPr lang="en-US" dirty="0">
                <a:solidFill>
                  <a:srgbClr val="0070C0"/>
                </a:solidFill>
              </a:rPr>
              <a:t>Permutations and combinations</a:t>
            </a:r>
          </a:p>
        </p:txBody>
      </p:sp>
      <p:sp>
        <p:nvSpPr>
          <p:cNvPr id="3" name="Content Placeholder 2">
            <a:extLst>
              <a:ext uri="{FF2B5EF4-FFF2-40B4-BE49-F238E27FC236}">
                <a16:creationId xmlns:a16="http://schemas.microsoft.com/office/drawing/2014/main" id="{87AD6B46-240D-DD74-4027-9466A2152129}"/>
              </a:ext>
            </a:extLst>
          </p:cNvPr>
          <p:cNvSpPr>
            <a:spLocks noGrp="1"/>
          </p:cNvSpPr>
          <p:nvPr>
            <p:ph idx="1"/>
          </p:nvPr>
        </p:nvSpPr>
        <p:spPr/>
        <p:txBody>
          <a:bodyPr/>
          <a:lstStyle/>
          <a:p>
            <a:r>
              <a:rPr lang="en-US" dirty="0"/>
              <a:t>Assume you go to a café and can choose between 3 hot drinks (</a:t>
            </a:r>
            <a:r>
              <a:rPr lang="en-US" dirty="0">
                <a:solidFill>
                  <a:srgbClr val="FF0000"/>
                </a:solidFill>
              </a:rPr>
              <a:t>latte</a:t>
            </a:r>
            <a:r>
              <a:rPr lang="en-US" dirty="0"/>
              <a:t>, </a:t>
            </a:r>
            <a:r>
              <a:rPr lang="en-US" dirty="0">
                <a:solidFill>
                  <a:srgbClr val="00B0F0"/>
                </a:solidFill>
              </a:rPr>
              <a:t>americano</a:t>
            </a:r>
            <a:r>
              <a:rPr lang="en-US" dirty="0"/>
              <a:t>, </a:t>
            </a:r>
            <a:r>
              <a:rPr lang="en-US" dirty="0">
                <a:solidFill>
                  <a:srgbClr val="00B050"/>
                </a:solidFill>
              </a:rPr>
              <a:t>tea</a:t>
            </a:r>
            <a:r>
              <a:rPr lang="en-US" dirty="0"/>
              <a:t>) and 3 different types of cakes (</a:t>
            </a:r>
            <a:r>
              <a:rPr lang="en-US" dirty="0">
                <a:solidFill>
                  <a:schemeClr val="accent2">
                    <a:lumMod val="75000"/>
                  </a:schemeClr>
                </a:solidFill>
              </a:rPr>
              <a:t>chocolate</a:t>
            </a:r>
            <a:r>
              <a:rPr lang="en-US" dirty="0"/>
              <a:t>, </a:t>
            </a:r>
            <a:r>
              <a:rPr lang="en-US" dirty="0">
                <a:solidFill>
                  <a:srgbClr val="FFC000"/>
                </a:solidFill>
              </a:rPr>
              <a:t>carrot</a:t>
            </a:r>
            <a:r>
              <a:rPr lang="en-US" dirty="0"/>
              <a:t>, </a:t>
            </a:r>
            <a:r>
              <a:rPr lang="en-US" dirty="0">
                <a:solidFill>
                  <a:srgbClr val="EEEE00"/>
                </a:solidFill>
              </a:rPr>
              <a:t>lemon</a:t>
            </a:r>
            <a:r>
              <a:rPr lang="en-US" dirty="0"/>
              <a:t>). What is the total number of possible combinations?</a:t>
            </a:r>
          </a:p>
          <a:p>
            <a:r>
              <a:rPr lang="en-US" dirty="0"/>
              <a:t>Assume you have an urn with 5 balls of 5 different </a:t>
            </a:r>
            <a:r>
              <a:rPr lang="en-US" dirty="0" err="1"/>
              <a:t>colours</a:t>
            </a:r>
            <a:r>
              <a:rPr lang="en-US" dirty="0"/>
              <a:t>. How many different possibilities are there to draw 2 balls? More generally, how many different possibilities are there to draw m balls out of n balls? </a:t>
            </a:r>
          </a:p>
        </p:txBody>
      </p:sp>
    </p:spTree>
    <p:extLst>
      <p:ext uri="{BB962C8B-B14F-4D97-AF65-F5344CB8AC3E}">
        <p14:creationId xmlns:p14="http://schemas.microsoft.com/office/powerpoint/2010/main" val="3285811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A1F61-01A1-AA49-BE75-CDC6486FCC83}"/>
              </a:ext>
            </a:extLst>
          </p:cNvPr>
          <p:cNvSpPr>
            <a:spLocks noGrp="1"/>
          </p:cNvSpPr>
          <p:nvPr>
            <p:ph type="title"/>
          </p:nvPr>
        </p:nvSpPr>
        <p:spPr>
          <a:xfrm>
            <a:off x="618066" y="357717"/>
            <a:ext cx="10515600" cy="1325563"/>
          </a:xfrm>
        </p:spPr>
        <p:txBody>
          <a:bodyPr/>
          <a:lstStyle/>
          <a:p>
            <a:r>
              <a:rPr lang="en-US" dirty="0">
                <a:solidFill>
                  <a:srgbClr val="0070C0"/>
                </a:solidFill>
              </a:rPr>
              <a:t>Permutations</a:t>
            </a:r>
          </a:p>
        </p:txBody>
      </p:sp>
      <p:sp>
        <p:nvSpPr>
          <p:cNvPr id="3" name="Content Placeholder 2">
            <a:extLst>
              <a:ext uri="{FF2B5EF4-FFF2-40B4-BE49-F238E27FC236}">
                <a16:creationId xmlns:a16="http://schemas.microsoft.com/office/drawing/2014/main" id="{079621EC-BCFA-D3BA-CD07-1BFF61AB2938}"/>
              </a:ext>
            </a:extLst>
          </p:cNvPr>
          <p:cNvSpPr>
            <a:spLocks noGrp="1"/>
          </p:cNvSpPr>
          <p:nvPr>
            <p:ph idx="1"/>
          </p:nvPr>
        </p:nvSpPr>
        <p:spPr>
          <a:xfrm>
            <a:off x="618066" y="1460500"/>
            <a:ext cx="10515600" cy="5032375"/>
          </a:xfrm>
        </p:spPr>
        <p:txBody>
          <a:bodyPr>
            <a:normAutofit fontScale="77500" lnSpcReduction="20000"/>
          </a:bodyPr>
          <a:lstStyle/>
          <a:p>
            <a:pPr marL="0" indent="0">
              <a:lnSpc>
                <a:spcPct val="120000"/>
              </a:lnSpc>
              <a:buNone/>
            </a:pPr>
            <a:r>
              <a:rPr lang="en-US" dirty="0"/>
              <a:t>Consider a set of n elements. We want to count how many different are there to order them.</a:t>
            </a:r>
          </a:p>
          <a:p>
            <a:pPr marL="0" indent="0">
              <a:buNone/>
            </a:pPr>
            <a:endParaRPr lang="en-US" dirty="0"/>
          </a:p>
          <a:p>
            <a:pPr marL="0" indent="0">
              <a:lnSpc>
                <a:spcPct val="110000"/>
              </a:lnSpc>
              <a:buNone/>
            </a:pPr>
            <a:r>
              <a:rPr lang="en-US" b="1" dirty="0">
                <a:solidFill>
                  <a:srgbClr val="0070C0"/>
                </a:solidFill>
              </a:rPr>
              <a:t>Example</a:t>
            </a:r>
            <a:r>
              <a:rPr lang="en-US" dirty="0"/>
              <a:t>: There were 3 candidate cities to host the Olympic Games 2020: Madrid (M), Tokyo(T) and </a:t>
            </a:r>
            <a:r>
              <a:rPr lang="en-US" dirty="0" err="1"/>
              <a:t>Istambul</a:t>
            </a:r>
            <a:r>
              <a:rPr lang="en-US" dirty="0"/>
              <a:t> (I). Before the election, there were the following possible rankings of the cities:</a:t>
            </a:r>
          </a:p>
          <a:p>
            <a:pPr marL="0" indent="0">
              <a:lnSpc>
                <a:spcPct val="110000"/>
              </a:lnSpc>
              <a:buNone/>
            </a:pPr>
            <a:endParaRPr lang="en-US" dirty="0"/>
          </a:p>
          <a:p>
            <a:pPr marL="0" indent="0">
              <a:buNone/>
            </a:pPr>
            <a:r>
              <a:rPr lang="en-US" dirty="0"/>
              <a:t>M,T,I</a:t>
            </a:r>
          </a:p>
          <a:p>
            <a:pPr marL="0" indent="0">
              <a:buNone/>
            </a:pPr>
            <a:r>
              <a:rPr lang="en-US" dirty="0"/>
              <a:t>M,I,T</a:t>
            </a:r>
          </a:p>
          <a:p>
            <a:pPr marL="0" indent="0">
              <a:buNone/>
            </a:pPr>
            <a:r>
              <a:rPr lang="en-US" dirty="0"/>
              <a:t>I,M,T</a:t>
            </a:r>
          </a:p>
          <a:p>
            <a:pPr marL="0" indent="0">
              <a:buNone/>
            </a:pPr>
            <a:r>
              <a:rPr lang="en-US" dirty="0"/>
              <a:t>I,T,M</a:t>
            </a:r>
          </a:p>
          <a:p>
            <a:pPr marL="0" indent="0">
              <a:buNone/>
            </a:pPr>
            <a:r>
              <a:rPr lang="en-US" dirty="0"/>
              <a:t>T,M,I</a:t>
            </a:r>
          </a:p>
          <a:p>
            <a:pPr marL="0" indent="0">
              <a:buNone/>
            </a:pPr>
            <a:r>
              <a:rPr lang="en-US" dirty="0"/>
              <a:t>T,I,M</a:t>
            </a:r>
          </a:p>
        </p:txBody>
      </p:sp>
      <p:sp>
        <p:nvSpPr>
          <p:cNvPr id="4" name="TextBox 3">
            <a:extLst>
              <a:ext uri="{FF2B5EF4-FFF2-40B4-BE49-F238E27FC236}">
                <a16:creationId xmlns:a16="http://schemas.microsoft.com/office/drawing/2014/main" id="{C7AB08FD-84C0-245C-B4B7-602FDD803E95}"/>
              </a:ext>
            </a:extLst>
          </p:cNvPr>
          <p:cNvSpPr txBox="1"/>
          <p:nvPr/>
        </p:nvSpPr>
        <p:spPr>
          <a:xfrm>
            <a:off x="3132667" y="4368801"/>
            <a:ext cx="8221134" cy="1200329"/>
          </a:xfrm>
          <a:prstGeom prst="rect">
            <a:avLst/>
          </a:prstGeom>
          <a:solidFill>
            <a:schemeClr val="accent5">
              <a:lumMod val="20000"/>
              <a:lumOff val="80000"/>
            </a:schemeClr>
          </a:solidFill>
        </p:spPr>
        <p:txBody>
          <a:bodyPr wrap="square" rtlCol="0">
            <a:spAutoFit/>
          </a:bodyPr>
          <a:lstStyle/>
          <a:p>
            <a:r>
              <a:rPr lang="en-US" sz="2400" dirty="0"/>
              <a:t>We have 3 possibilities for the first position, 2 for the second one, and 1 for the last one. Hence: 3 x 2 x 1=6 total </a:t>
            </a:r>
            <a:r>
              <a:rPr lang="en-US" sz="2400" dirty="0" err="1"/>
              <a:t>possibilites</a:t>
            </a:r>
            <a:r>
              <a:rPr lang="en-US" sz="2400" dirty="0"/>
              <a:t>.</a:t>
            </a:r>
          </a:p>
        </p:txBody>
      </p:sp>
    </p:spTree>
    <p:extLst>
      <p:ext uri="{BB962C8B-B14F-4D97-AF65-F5344CB8AC3E}">
        <p14:creationId xmlns:p14="http://schemas.microsoft.com/office/powerpoint/2010/main" val="3022049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65148-0816-C926-4C38-CE44C23216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51EFD6-35D7-B80D-9ADB-F5DDB5F8FAAE}"/>
              </a:ext>
            </a:extLst>
          </p:cNvPr>
          <p:cNvSpPr>
            <a:spLocks noGrp="1"/>
          </p:cNvSpPr>
          <p:nvPr>
            <p:ph type="title"/>
          </p:nvPr>
        </p:nvSpPr>
        <p:spPr>
          <a:xfrm>
            <a:off x="618066" y="357717"/>
            <a:ext cx="10515600" cy="1325563"/>
          </a:xfrm>
        </p:spPr>
        <p:txBody>
          <a:bodyPr/>
          <a:lstStyle/>
          <a:p>
            <a:r>
              <a:rPr lang="en-US" dirty="0">
                <a:solidFill>
                  <a:srgbClr val="0070C0"/>
                </a:solidFill>
              </a:rPr>
              <a:t>Permutations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AABC6C-425B-CEAA-C09F-369BEE6F5F6F}"/>
                  </a:ext>
                </a:extLst>
              </p:cNvPr>
              <p:cNvSpPr>
                <a:spLocks noGrp="1"/>
              </p:cNvSpPr>
              <p:nvPr>
                <p:ph idx="1"/>
              </p:nvPr>
            </p:nvSpPr>
            <p:spPr>
              <a:xfrm>
                <a:off x="618066" y="1460500"/>
                <a:ext cx="10515600" cy="5032375"/>
              </a:xfrm>
            </p:spPr>
            <p:txBody>
              <a:bodyPr>
                <a:normAutofit/>
              </a:bodyPr>
              <a:lstStyle/>
              <a:p>
                <a:pPr marL="0" indent="0">
                  <a:lnSpc>
                    <a:spcPct val="120000"/>
                  </a:lnSpc>
                  <a:buNone/>
                </a:pPr>
                <a:r>
                  <a:rPr lang="en-US" dirty="0"/>
                  <a:t>Consider a set of n elements. We want to count how many different ways are there to order them.</a:t>
                </a:r>
              </a:p>
              <a:p>
                <a:pPr marL="0" indent="0">
                  <a:lnSpc>
                    <a:spcPct val="120000"/>
                  </a:lnSpc>
                  <a:buNone/>
                </a:pPr>
                <a:endParaRPr lang="en-US" dirty="0"/>
              </a:p>
              <a:p>
                <a:pPr marL="0" indent="0">
                  <a:lnSpc>
                    <a:spcPct val="120000"/>
                  </a:lnSpc>
                  <a:buNone/>
                </a:pPr>
                <a:r>
                  <a:rPr lang="en-US" dirty="0"/>
                  <a:t>If the elements are distinguishable, then there are </a:t>
                </a:r>
                <a14:m>
                  <m:oMath xmlns:m="http://schemas.openxmlformats.org/officeDocument/2006/math">
                    <m:r>
                      <a:rPr lang="en-GB" b="0" i="1" smtClean="0">
                        <a:solidFill>
                          <a:srgbClr val="FF0000"/>
                        </a:solidFill>
                        <a:latin typeface="Cambria Math" panose="02040503050406030204" pitchFamily="18" charset="0"/>
                      </a:rPr>
                      <m:t>𝑛</m:t>
                    </m:r>
                    <m:r>
                      <a:rPr lang="en-GB" b="0" i="1" smtClean="0">
                        <a:solidFill>
                          <a:srgbClr val="FF0000"/>
                        </a:solidFill>
                        <a:latin typeface="Cambria Math" panose="02040503050406030204" pitchFamily="18" charset="0"/>
                      </a:rPr>
                      <m:t>!</m:t>
                    </m:r>
                  </m:oMath>
                </a14:m>
                <a:r>
                  <a:rPr lang="en-US" dirty="0"/>
                  <a:t> different ways of ordering them. </a:t>
                </a:r>
              </a:p>
              <a:p>
                <a:pPr marL="0" indent="0">
                  <a:lnSpc>
                    <a:spcPct val="120000"/>
                  </a:lnSpc>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E5AABC6C-425B-CEAA-C09F-369BEE6F5F6F}"/>
                  </a:ext>
                </a:extLst>
              </p:cNvPr>
              <p:cNvSpPr>
                <a:spLocks noGrp="1" noRot="1" noChangeAspect="1" noMove="1" noResize="1" noEditPoints="1" noAdjustHandles="1" noChangeArrowheads="1" noChangeShapeType="1" noTextEdit="1"/>
              </p:cNvSpPr>
              <p:nvPr>
                <p:ph idx="1"/>
              </p:nvPr>
            </p:nvSpPr>
            <p:spPr>
              <a:xfrm>
                <a:off x="618066" y="1460500"/>
                <a:ext cx="10515600" cy="5032375"/>
              </a:xfrm>
              <a:blipFill>
                <a:blip r:embed="rId2"/>
                <a:stretch>
                  <a:fillRect l="-1206" t="-504" r="-724"/>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E23329EB-7BB0-448B-0324-701A28791520}"/>
              </a:ext>
            </a:extLst>
          </p:cNvPr>
          <p:cNvPicPr>
            <a:picLocks noChangeAspect="1"/>
          </p:cNvPicPr>
          <p:nvPr/>
        </p:nvPicPr>
        <p:blipFill>
          <a:blip r:embed="rId3"/>
          <a:stretch>
            <a:fillRect/>
          </a:stretch>
        </p:blipFill>
        <p:spPr>
          <a:xfrm>
            <a:off x="2285719" y="4901142"/>
            <a:ext cx="5677181" cy="1591733"/>
          </a:xfrm>
          <a:prstGeom prst="rect">
            <a:avLst/>
          </a:prstGeom>
        </p:spPr>
      </p:pic>
      <p:sp>
        <p:nvSpPr>
          <p:cNvPr id="7" name="TextBox 6">
            <a:extLst>
              <a:ext uri="{FF2B5EF4-FFF2-40B4-BE49-F238E27FC236}">
                <a16:creationId xmlns:a16="http://schemas.microsoft.com/office/drawing/2014/main" id="{C95841C2-0E2A-DEA3-1E75-6B019CC5496C}"/>
              </a:ext>
            </a:extLst>
          </p:cNvPr>
          <p:cNvSpPr txBox="1"/>
          <p:nvPr/>
        </p:nvSpPr>
        <p:spPr>
          <a:xfrm>
            <a:off x="9423401" y="5397500"/>
            <a:ext cx="1285032" cy="461665"/>
          </a:xfrm>
          <a:prstGeom prst="rect">
            <a:avLst/>
          </a:prstGeom>
          <a:solidFill>
            <a:schemeClr val="accent3">
              <a:lumMod val="20000"/>
              <a:lumOff val="80000"/>
            </a:schemeClr>
          </a:solidFill>
        </p:spPr>
        <p:txBody>
          <a:bodyPr wrap="none" rtlCol="0">
            <a:spAutoFit/>
          </a:bodyPr>
          <a:lstStyle/>
          <a:p>
            <a:r>
              <a:rPr lang="en-US" sz="2400" dirty="0"/>
              <a:t>factorial</a:t>
            </a:r>
          </a:p>
        </p:txBody>
      </p:sp>
    </p:spTree>
    <p:extLst>
      <p:ext uri="{BB962C8B-B14F-4D97-AF65-F5344CB8AC3E}">
        <p14:creationId xmlns:p14="http://schemas.microsoft.com/office/powerpoint/2010/main" val="3315403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44E1C-702A-F78E-03BB-76444500575B}"/>
              </a:ext>
            </a:extLst>
          </p:cNvPr>
          <p:cNvSpPr>
            <a:spLocks noGrp="1"/>
          </p:cNvSpPr>
          <p:nvPr>
            <p:ph type="title"/>
          </p:nvPr>
        </p:nvSpPr>
        <p:spPr/>
        <p:txBody>
          <a:bodyPr/>
          <a:lstStyle/>
          <a:p>
            <a:r>
              <a:rPr lang="en-US" dirty="0">
                <a:solidFill>
                  <a:srgbClr val="0070C0"/>
                </a:solidFill>
              </a:rPr>
              <a:t>If </a:t>
            </a:r>
            <a:r>
              <a:rPr lang="en-US" b="1" dirty="0">
                <a:solidFill>
                  <a:srgbClr val="0070C0"/>
                </a:solidFill>
              </a:rPr>
              <a:t>not</a:t>
            </a:r>
            <a:r>
              <a:rPr lang="en-US" dirty="0">
                <a:solidFill>
                  <a:srgbClr val="0070C0"/>
                </a:solidFill>
              </a:rPr>
              <a:t> all elements are distinguishable:</a:t>
            </a:r>
          </a:p>
        </p:txBody>
      </p:sp>
      <p:sp>
        <p:nvSpPr>
          <p:cNvPr id="3" name="Content Placeholder 2">
            <a:extLst>
              <a:ext uri="{FF2B5EF4-FFF2-40B4-BE49-F238E27FC236}">
                <a16:creationId xmlns:a16="http://schemas.microsoft.com/office/drawing/2014/main" id="{1E7D547A-5A8B-FB23-E391-ECA755DDE8AE}"/>
              </a:ext>
            </a:extLst>
          </p:cNvPr>
          <p:cNvSpPr>
            <a:spLocks noGrp="1"/>
          </p:cNvSpPr>
          <p:nvPr>
            <p:ph idx="1"/>
          </p:nvPr>
        </p:nvSpPr>
        <p:spPr/>
        <p:txBody>
          <a:bodyPr/>
          <a:lstStyle/>
          <a:p>
            <a:pPr marL="0" indent="0">
              <a:buNone/>
            </a:pPr>
            <a:r>
              <a:rPr lang="en-US" dirty="0"/>
              <a:t>Suppose we have an urn with 2 black (B) balls and 1 white (W) ball. How many different ways are there to pick 3 balls?</a:t>
            </a:r>
          </a:p>
          <a:p>
            <a:pPr marL="0" indent="0">
              <a:buNone/>
            </a:pPr>
            <a:endParaRPr lang="en-US" dirty="0"/>
          </a:p>
          <a:p>
            <a:pPr marL="0" indent="0">
              <a:buNone/>
            </a:pPr>
            <a:r>
              <a:rPr lang="en-US" dirty="0"/>
              <a:t>B,B,W</a:t>
            </a:r>
          </a:p>
          <a:p>
            <a:pPr marL="0" indent="0">
              <a:buNone/>
            </a:pPr>
            <a:r>
              <a:rPr lang="en-US" dirty="0"/>
              <a:t>B,W,B</a:t>
            </a:r>
          </a:p>
          <a:p>
            <a:pPr marL="0" indent="0">
              <a:buNone/>
            </a:pPr>
            <a:r>
              <a:rPr lang="en-US" dirty="0"/>
              <a:t>W,B,B</a:t>
            </a:r>
          </a:p>
          <a:p>
            <a:pPr marL="0" indent="0">
              <a:buNone/>
            </a:pPr>
            <a:endParaRPr lang="en-US" dirty="0"/>
          </a:p>
          <a:p>
            <a:pPr marL="0" indent="0">
              <a:buNone/>
            </a:pPr>
            <a:r>
              <a:rPr lang="en-US" dirty="0">
                <a:solidFill>
                  <a:srgbClr val="00B050"/>
                </a:solidFill>
              </a:rPr>
              <a:t>Notice that the two black balls are not distinguishable.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DBCDE7E-F0ED-B277-C0EA-C509F0A911CF}"/>
                  </a:ext>
                </a:extLst>
              </p:cNvPr>
              <p:cNvSpPr txBox="1"/>
              <p:nvPr/>
            </p:nvSpPr>
            <p:spPr>
              <a:xfrm>
                <a:off x="6096000" y="3609392"/>
                <a:ext cx="1384738" cy="783804"/>
              </a:xfrm>
              <a:prstGeom prst="rect">
                <a:avLst/>
              </a:prstGeom>
              <a:solidFill>
                <a:schemeClr val="accent5">
                  <a:lumMod val="20000"/>
                  <a:lumOff val="80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GB" sz="2400" b="0" i="1" smtClean="0">
                              <a:latin typeface="Cambria Math" panose="02040503050406030204" pitchFamily="18" charset="0"/>
                            </a:rPr>
                            <m:t>3!</m:t>
                          </m:r>
                        </m:num>
                        <m:den>
                          <m:r>
                            <a:rPr lang="en-GB" sz="2400" b="0" i="1" smtClean="0">
                              <a:latin typeface="Cambria Math" panose="02040503050406030204" pitchFamily="18" charset="0"/>
                            </a:rPr>
                            <m:t>2!1!</m:t>
                          </m:r>
                        </m:den>
                      </m:f>
                      <m:r>
                        <a:rPr lang="en-GB" sz="2400" b="0" i="1" smtClean="0">
                          <a:latin typeface="Cambria Math" panose="02040503050406030204" pitchFamily="18" charset="0"/>
                        </a:rPr>
                        <m:t>=3</m:t>
                      </m:r>
                    </m:oMath>
                  </m:oMathPara>
                </a14:m>
                <a:endParaRPr lang="en-US" sz="2400" dirty="0"/>
              </a:p>
            </p:txBody>
          </p:sp>
        </mc:Choice>
        <mc:Fallback xmlns="">
          <p:sp>
            <p:nvSpPr>
              <p:cNvPr id="4" name="TextBox 3">
                <a:extLst>
                  <a:ext uri="{FF2B5EF4-FFF2-40B4-BE49-F238E27FC236}">
                    <a16:creationId xmlns:a16="http://schemas.microsoft.com/office/drawing/2014/main" id="{0DBCDE7E-F0ED-B277-C0EA-C509F0A911CF}"/>
                  </a:ext>
                </a:extLst>
              </p:cNvPr>
              <p:cNvSpPr txBox="1">
                <a:spLocks noRot="1" noChangeAspect="1" noMove="1" noResize="1" noEditPoints="1" noAdjustHandles="1" noChangeArrowheads="1" noChangeShapeType="1" noTextEdit="1"/>
              </p:cNvSpPr>
              <p:nvPr/>
            </p:nvSpPr>
            <p:spPr>
              <a:xfrm>
                <a:off x="6096000" y="3609392"/>
                <a:ext cx="1384738" cy="783804"/>
              </a:xfrm>
              <a:prstGeom prst="rect">
                <a:avLst/>
              </a:prstGeom>
              <a:blipFill>
                <a:blip r:embed="rId2"/>
                <a:stretch>
                  <a:fillRect b="-4762"/>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567BB85F-C290-3038-6EB8-E1DC26F6A655}"/>
              </a:ext>
            </a:extLst>
          </p:cNvPr>
          <p:cNvSpPr txBox="1"/>
          <p:nvPr/>
        </p:nvSpPr>
        <p:spPr>
          <a:xfrm>
            <a:off x="13123333" y="1879600"/>
            <a:ext cx="184731" cy="369332"/>
          </a:xfrm>
          <a:prstGeom prst="rect">
            <a:avLst/>
          </a:prstGeom>
          <a:solidFill>
            <a:schemeClr val="bg1"/>
          </a:solidFill>
        </p:spPr>
        <p:txBody>
          <a:bodyPr wrap="none" rtlCol="0">
            <a:spAutoFit/>
          </a:bodyPr>
          <a:lstStyle/>
          <a:p>
            <a:endParaRPr lang="en-US" dirty="0"/>
          </a:p>
        </p:txBody>
      </p:sp>
    </p:spTree>
    <p:extLst>
      <p:ext uri="{BB962C8B-B14F-4D97-AF65-F5344CB8AC3E}">
        <p14:creationId xmlns:p14="http://schemas.microsoft.com/office/powerpoint/2010/main" val="3410097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DD732-09BD-C7C1-D22B-224306A4CB65}"/>
              </a:ext>
            </a:extLst>
          </p:cNvPr>
          <p:cNvSpPr>
            <a:spLocks noGrp="1"/>
          </p:cNvSpPr>
          <p:nvPr>
            <p:ph type="title"/>
          </p:nvPr>
        </p:nvSpPr>
        <p:spPr>
          <a:xfrm>
            <a:off x="838200" y="0"/>
            <a:ext cx="10515600" cy="1325563"/>
          </a:xfrm>
        </p:spPr>
        <p:txBody>
          <a:bodyPr/>
          <a:lstStyle/>
          <a:p>
            <a:r>
              <a:rPr lang="en-US" dirty="0">
                <a:solidFill>
                  <a:srgbClr val="0070C0"/>
                </a:solidFill>
              </a:rPr>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71FE503-F8F0-E0ED-52C0-DFED32E03FE3}"/>
                  </a:ext>
                </a:extLst>
              </p:cNvPr>
              <p:cNvSpPr>
                <a:spLocks noGrp="1"/>
              </p:cNvSpPr>
              <p:nvPr>
                <p:ph idx="1"/>
              </p:nvPr>
            </p:nvSpPr>
            <p:spPr>
              <a:xfrm>
                <a:off x="838200" y="1114424"/>
                <a:ext cx="10515600" cy="5438776"/>
              </a:xfrm>
            </p:spPr>
            <p:txBody>
              <a:bodyPr>
                <a:normAutofit fontScale="85000" lnSpcReduction="10000"/>
              </a:bodyPr>
              <a:lstStyle/>
              <a:p>
                <a:pPr marL="0" indent="0">
                  <a:lnSpc>
                    <a:spcPct val="120000"/>
                  </a:lnSpc>
                  <a:buNone/>
                </a:pPr>
                <a:r>
                  <a:rPr lang="en-US" dirty="0"/>
                  <a:t>Imagine you get to travel to 10 different countries around the world, 3 of which are in Europe, 2 in America, 3 in Africa and 2 in Asia. You have to rank them according to the order in which you would like to visit them. If we only distinguish by continent, how many different ways are there to rank them? </a:t>
                </a:r>
              </a:p>
              <a:p>
                <a:pPr marL="0" indent="0">
                  <a:lnSpc>
                    <a:spcPct val="120000"/>
                  </a:lnSpc>
                  <a:buNone/>
                </a:pPr>
                <a:endParaRPr lang="en-US" dirty="0"/>
              </a:p>
              <a:p>
                <a:pPr marL="0" indent="0">
                  <a:lnSpc>
                    <a:spcPct val="120000"/>
                  </a:lnSpc>
                  <a:buNone/>
                </a:pPr>
                <a:r>
                  <a:rPr lang="en-US" dirty="0"/>
                  <a:t>There are </a:t>
                </a:r>
                <a14:m>
                  <m:oMath xmlns:m="http://schemas.openxmlformats.org/officeDocument/2006/math">
                    <m:r>
                      <a:rPr lang="en-GB" b="0" i="1" smtClean="0">
                        <a:latin typeface="Cambria Math" panose="02040503050406030204" pitchFamily="18" charset="0"/>
                      </a:rPr>
                      <m:t>10!</m:t>
                    </m:r>
                  </m:oMath>
                </a14:m>
                <a:r>
                  <a:rPr lang="en-US" dirty="0"/>
                  <a:t> different ways to rank the countries. But if we only distinguish by continent, we have to divide </a:t>
                </a:r>
                <a14:m>
                  <m:oMath xmlns:m="http://schemas.openxmlformats.org/officeDocument/2006/math">
                    <m:r>
                      <a:rPr lang="en-GB" b="0" i="1" smtClean="0">
                        <a:latin typeface="Cambria Math" panose="02040503050406030204" pitchFamily="18" charset="0"/>
                      </a:rPr>
                      <m:t>10!</m:t>
                    </m:r>
                  </m:oMath>
                </a14:m>
                <a:r>
                  <a:rPr lang="en-US" dirty="0"/>
                  <a:t> by the number of different ways to rank the 3 countries in Europe, the 2 countries in America, the 3 countries in Africa, and the 2 countries in Asia. Hence, we have:</a:t>
                </a:r>
              </a:p>
              <a:p>
                <a:pPr marL="0" indent="0">
                  <a:lnSpc>
                    <a:spcPct val="120000"/>
                  </a:lnSpc>
                  <a:buNone/>
                </a:pPr>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GB" b="0" i="1" smtClean="0">
                              <a:latin typeface="Cambria Math" panose="02040503050406030204" pitchFamily="18" charset="0"/>
                            </a:rPr>
                            <m:t>10!</m:t>
                          </m:r>
                        </m:num>
                        <m:den>
                          <m:r>
                            <a:rPr lang="en-GB" b="0" i="1" smtClean="0">
                              <a:latin typeface="Cambria Math" panose="02040503050406030204" pitchFamily="18" charset="0"/>
                            </a:rPr>
                            <m:t>3!2!3!2!</m:t>
                          </m:r>
                        </m:den>
                      </m:f>
                    </m:oMath>
                  </m:oMathPara>
                </a14:m>
                <a:endParaRPr lang="en-US" dirty="0"/>
              </a:p>
            </p:txBody>
          </p:sp>
        </mc:Choice>
        <mc:Fallback xmlns="">
          <p:sp>
            <p:nvSpPr>
              <p:cNvPr id="3" name="Content Placeholder 2">
                <a:extLst>
                  <a:ext uri="{FF2B5EF4-FFF2-40B4-BE49-F238E27FC236}">
                    <a16:creationId xmlns:a16="http://schemas.microsoft.com/office/drawing/2014/main" id="{B71FE503-F8F0-E0ED-52C0-DFED32E03FE3}"/>
                  </a:ext>
                </a:extLst>
              </p:cNvPr>
              <p:cNvSpPr>
                <a:spLocks noGrp="1" noRot="1" noChangeAspect="1" noMove="1" noResize="1" noEditPoints="1" noAdjustHandles="1" noChangeArrowheads="1" noChangeShapeType="1" noTextEdit="1"/>
              </p:cNvSpPr>
              <p:nvPr>
                <p:ph idx="1"/>
              </p:nvPr>
            </p:nvSpPr>
            <p:spPr>
              <a:xfrm>
                <a:off x="838200" y="1114424"/>
                <a:ext cx="10515600" cy="5438776"/>
              </a:xfrm>
              <a:blipFill>
                <a:blip r:embed="rId2"/>
                <a:stretch>
                  <a:fillRect l="-965" t="-466"/>
                </a:stretch>
              </a:blipFill>
            </p:spPr>
            <p:txBody>
              <a:bodyPr/>
              <a:lstStyle/>
              <a:p>
                <a:r>
                  <a:rPr lang="en-US">
                    <a:noFill/>
                  </a:rPr>
                  <a:t> </a:t>
                </a:r>
              </a:p>
            </p:txBody>
          </p:sp>
        </mc:Fallback>
      </mc:AlternateContent>
    </p:spTree>
    <p:extLst>
      <p:ext uri="{BB962C8B-B14F-4D97-AF65-F5344CB8AC3E}">
        <p14:creationId xmlns:p14="http://schemas.microsoft.com/office/powerpoint/2010/main" val="1293333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2C487-0561-75AE-1852-7D92C3A31FC0}"/>
              </a:ext>
            </a:extLst>
          </p:cNvPr>
          <p:cNvSpPr>
            <a:spLocks noGrp="1"/>
          </p:cNvSpPr>
          <p:nvPr>
            <p:ph type="title"/>
          </p:nvPr>
        </p:nvSpPr>
        <p:spPr>
          <a:xfrm>
            <a:off x="838200" y="0"/>
            <a:ext cx="10515600" cy="1325563"/>
          </a:xfrm>
        </p:spPr>
        <p:txBody>
          <a:bodyPr/>
          <a:lstStyle/>
          <a:p>
            <a:r>
              <a:rPr lang="en-US" dirty="0">
                <a:solidFill>
                  <a:srgbClr val="0070C0"/>
                </a:solidFill>
              </a:rPr>
              <a:t>Combinations without replacement and without consideration of order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98CDED-024C-705F-92BF-1A57DB956983}"/>
                  </a:ext>
                </a:extLst>
              </p:cNvPr>
              <p:cNvSpPr>
                <a:spLocks noGrp="1"/>
              </p:cNvSpPr>
              <p:nvPr>
                <p:ph idx="1"/>
              </p:nvPr>
            </p:nvSpPr>
            <p:spPr>
              <a:xfrm>
                <a:off x="838200" y="1325563"/>
                <a:ext cx="10515600" cy="5532437"/>
              </a:xfrm>
            </p:spPr>
            <p:txBody>
              <a:bodyPr>
                <a:normAutofit fontScale="92500" lnSpcReduction="10000"/>
              </a:bodyPr>
              <a:lstStyle/>
              <a:p>
                <a:pPr marL="0" indent="0">
                  <a:lnSpc>
                    <a:spcPct val="110000"/>
                  </a:lnSpc>
                  <a:buNone/>
                </a:pPr>
                <a:r>
                  <a:rPr lang="en-US" dirty="0"/>
                  <a:t>Suppose a club consisting of 5 members need to choose 2 leaders. How many different possibilities are there to choose them?</a:t>
                </a:r>
              </a:p>
              <a:p>
                <a:pPr marL="0" indent="0">
                  <a:lnSpc>
                    <a:spcPct val="110000"/>
                  </a:lnSpc>
                  <a:buNone/>
                </a:pPr>
                <a:endParaRPr lang="en-US" dirty="0"/>
              </a:p>
              <a:p>
                <a:pPr marL="0" indent="0">
                  <a:lnSpc>
                    <a:spcPct val="110000"/>
                  </a:lnSpc>
                  <a:buNone/>
                </a:pPr>
                <a:r>
                  <a:rPr lang="en-US" dirty="0"/>
                  <a:t>The same person cannot be chosen twice, and the order in which the leaders are chosen does not matter. </a:t>
                </a:r>
              </a:p>
              <a:p>
                <a:pPr marL="0" indent="0">
                  <a:lnSpc>
                    <a:spcPct val="110000"/>
                  </a:lnSpc>
                  <a:buNone/>
                </a:pPr>
                <a:r>
                  <a:rPr lang="en-US" dirty="0"/>
                  <a:t>In total we have </a:t>
                </a:r>
                <a14:m>
                  <m:oMath xmlns:m="http://schemas.openxmlformats.org/officeDocument/2006/math">
                    <m:r>
                      <a:rPr lang="en-GB" i="1">
                        <a:latin typeface="Cambria Math" panose="02040503050406030204" pitchFamily="18" charset="0"/>
                      </a:rPr>
                      <m:t>5</m:t>
                    </m:r>
                    <m:r>
                      <a:rPr lang="en-GB" b="0" i="1" smtClean="0">
                        <a:latin typeface="Cambria Math" panose="02040503050406030204" pitchFamily="18" charset="0"/>
                      </a:rPr>
                      <m:t>!</m:t>
                    </m:r>
                  </m:oMath>
                </a14:m>
                <a:r>
                  <a:rPr lang="en-US" dirty="0"/>
                  <a:t> different ways to order the members. The total number of ways in which we can order the leaders is 2! And the total number of ways in which we can order the non-leaders is 3!. Because the order does not matter, the total number of possibilities is equal to:</a:t>
                </a:r>
              </a:p>
              <a:p>
                <a:pPr marL="0" indent="0">
                  <a:lnSpc>
                    <a:spcPct val="110000"/>
                  </a:lnSpc>
                  <a:buNone/>
                </a:pPr>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GB" b="0" i="1" smtClean="0">
                              <a:latin typeface="Cambria Math" panose="02040503050406030204" pitchFamily="18" charset="0"/>
                            </a:rPr>
                            <m:t>5!</m:t>
                          </m:r>
                        </m:num>
                        <m:den>
                          <m:r>
                            <a:rPr lang="en-GB" b="0" i="1" smtClean="0">
                              <a:latin typeface="Cambria Math" panose="02040503050406030204" pitchFamily="18" charset="0"/>
                            </a:rPr>
                            <m:t>2!3!</m:t>
                          </m:r>
                        </m:den>
                      </m:f>
                      <m:r>
                        <a:rPr lang="en-GB" b="0" i="1" smtClean="0">
                          <a:latin typeface="Cambria Math" panose="02040503050406030204" pitchFamily="18" charset="0"/>
                        </a:rPr>
                        <m:t>=10</m:t>
                      </m:r>
                    </m:oMath>
                  </m:oMathPara>
                </a14:m>
                <a:endParaRPr lang="en-US" dirty="0"/>
              </a:p>
            </p:txBody>
          </p:sp>
        </mc:Choice>
        <mc:Fallback xmlns="">
          <p:sp>
            <p:nvSpPr>
              <p:cNvPr id="3" name="Content Placeholder 2">
                <a:extLst>
                  <a:ext uri="{FF2B5EF4-FFF2-40B4-BE49-F238E27FC236}">
                    <a16:creationId xmlns:a16="http://schemas.microsoft.com/office/drawing/2014/main" id="{ED98CDED-024C-705F-92BF-1A57DB956983}"/>
                  </a:ext>
                </a:extLst>
              </p:cNvPr>
              <p:cNvSpPr>
                <a:spLocks noGrp="1" noRot="1" noChangeAspect="1" noMove="1" noResize="1" noEditPoints="1" noAdjustHandles="1" noChangeArrowheads="1" noChangeShapeType="1" noTextEdit="1"/>
              </p:cNvSpPr>
              <p:nvPr>
                <p:ph idx="1"/>
              </p:nvPr>
            </p:nvSpPr>
            <p:spPr>
              <a:xfrm>
                <a:off x="838200" y="1325563"/>
                <a:ext cx="10515600" cy="5532437"/>
              </a:xfrm>
              <a:blipFill>
                <a:blip r:embed="rId2"/>
                <a:stretch>
                  <a:fillRect l="-1086" t="-1147" r="-1327"/>
                </a:stretch>
              </a:blipFill>
            </p:spPr>
            <p:txBody>
              <a:bodyPr/>
              <a:lstStyle/>
              <a:p>
                <a:r>
                  <a:rPr lang="en-US">
                    <a:noFill/>
                  </a:rPr>
                  <a:t> </a:t>
                </a:r>
              </a:p>
            </p:txBody>
          </p:sp>
        </mc:Fallback>
      </mc:AlternateContent>
    </p:spTree>
    <p:extLst>
      <p:ext uri="{BB962C8B-B14F-4D97-AF65-F5344CB8AC3E}">
        <p14:creationId xmlns:p14="http://schemas.microsoft.com/office/powerpoint/2010/main" val="2673691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D235D-6549-BEDD-F21C-E81CA877F7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817FED-3101-6D8A-FC4C-D2131E9AFBF1}"/>
              </a:ext>
            </a:extLst>
          </p:cNvPr>
          <p:cNvSpPr>
            <a:spLocks noGrp="1"/>
          </p:cNvSpPr>
          <p:nvPr>
            <p:ph type="title"/>
          </p:nvPr>
        </p:nvSpPr>
        <p:spPr>
          <a:xfrm>
            <a:off x="838200" y="0"/>
            <a:ext cx="10515600" cy="1325563"/>
          </a:xfrm>
        </p:spPr>
        <p:txBody>
          <a:bodyPr/>
          <a:lstStyle/>
          <a:p>
            <a:r>
              <a:rPr lang="en-US" dirty="0">
                <a:solidFill>
                  <a:srgbClr val="0070C0"/>
                </a:solidFill>
              </a:rPr>
              <a:t>Combinations without replacement and without consideration of order</a:t>
            </a:r>
          </a:p>
        </p:txBody>
      </p:sp>
      <p:sp>
        <p:nvSpPr>
          <p:cNvPr id="3" name="Content Placeholder 2">
            <a:extLst>
              <a:ext uri="{FF2B5EF4-FFF2-40B4-BE49-F238E27FC236}">
                <a16:creationId xmlns:a16="http://schemas.microsoft.com/office/drawing/2014/main" id="{69AA40DC-AFE3-0A06-A1EE-6DA5C898078B}"/>
              </a:ext>
            </a:extLst>
          </p:cNvPr>
          <p:cNvSpPr>
            <a:spLocks noGrp="1"/>
          </p:cNvSpPr>
          <p:nvPr>
            <p:ph idx="1"/>
          </p:nvPr>
        </p:nvSpPr>
        <p:spPr>
          <a:xfrm>
            <a:off x="838200" y="1325563"/>
            <a:ext cx="10515600" cy="5532437"/>
          </a:xfrm>
        </p:spPr>
        <p:txBody>
          <a:bodyPr>
            <a:normAutofit/>
          </a:bodyPr>
          <a:lstStyle/>
          <a:p>
            <a:pPr marL="0" indent="0">
              <a:lnSpc>
                <a:spcPct val="110000"/>
              </a:lnSpc>
              <a:buNone/>
            </a:pPr>
            <a:r>
              <a:rPr lang="en-US" dirty="0"/>
              <a:t>The total number of different ways in which we can </a:t>
            </a:r>
            <a:r>
              <a:rPr lang="en-US" dirty="0">
                <a:solidFill>
                  <a:srgbClr val="00B050"/>
                </a:solidFill>
              </a:rPr>
              <a:t>choose m out of n elements</a:t>
            </a:r>
            <a:r>
              <a:rPr lang="en-US" dirty="0"/>
              <a:t>, where we choose without replacement, and order is not important, is equal to:</a:t>
            </a:r>
          </a:p>
          <a:p>
            <a:pPr marL="0" indent="0">
              <a:buNone/>
            </a:pPr>
            <a:endParaRPr lang="en-US" dirty="0"/>
          </a:p>
        </p:txBody>
      </p:sp>
      <p:grpSp>
        <p:nvGrpSpPr>
          <p:cNvPr id="8" name="Group 7">
            <a:extLst>
              <a:ext uri="{FF2B5EF4-FFF2-40B4-BE49-F238E27FC236}">
                <a16:creationId xmlns:a16="http://schemas.microsoft.com/office/drawing/2014/main" id="{094F983F-6D32-BC47-1651-5F464A53049D}"/>
              </a:ext>
            </a:extLst>
          </p:cNvPr>
          <p:cNvGrpSpPr/>
          <p:nvPr/>
        </p:nvGrpSpPr>
        <p:grpSpPr>
          <a:xfrm>
            <a:off x="3628052" y="3185583"/>
            <a:ext cx="7855202" cy="1538817"/>
            <a:chOff x="3628052" y="3185583"/>
            <a:chExt cx="7855202" cy="1538817"/>
          </a:xfrm>
        </p:grpSpPr>
        <p:pic>
          <p:nvPicPr>
            <p:cNvPr id="4" name="Picture 3">
              <a:extLst>
                <a:ext uri="{FF2B5EF4-FFF2-40B4-BE49-F238E27FC236}">
                  <a16:creationId xmlns:a16="http://schemas.microsoft.com/office/drawing/2014/main" id="{86EE5039-1532-6106-A330-52C0D09E9CCD}"/>
                </a:ext>
              </a:extLst>
            </p:cNvPr>
            <p:cNvPicPr>
              <a:picLocks noChangeAspect="1"/>
            </p:cNvPicPr>
            <p:nvPr/>
          </p:nvPicPr>
          <p:blipFill>
            <a:blip r:embed="rId2"/>
            <a:stretch>
              <a:fillRect/>
            </a:stretch>
          </p:blipFill>
          <p:spPr>
            <a:xfrm>
              <a:off x="3628052" y="3185583"/>
              <a:ext cx="4239598" cy="1538817"/>
            </a:xfrm>
            <a:prstGeom prst="rect">
              <a:avLst/>
            </a:prstGeom>
          </p:spPr>
        </p:pic>
        <p:sp>
          <p:nvSpPr>
            <p:cNvPr id="5" name="TextBox 4">
              <a:extLst>
                <a:ext uri="{FF2B5EF4-FFF2-40B4-BE49-F238E27FC236}">
                  <a16:creationId xmlns:a16="http://schemas.microsoft.com/office/drawing/2014/main" id="{C9C66FE1-6992-45C8-A8A3-D3AB452B6E02}"/>
                </a:ext>
              </a:extLst>
            </p:cNvPr>
            <p:cNvSpPr txBox="1"/>
            <p:nvPr/>
          </p:nvSpPr>
          <p:spPr>
            <a:xfrm>
              <a:off x="8636000" y="3724158"/>
              <a:ext cx="2847254" cy="461665"/>
            </a:xfrm>
            <a:prstGeom prst="rect">
              <a:avLst/>
            </a:prstGeom>
            <a:solidFill>
              <a:schemeClr val="accent5">
                <a:lumMod val="20000"/>
                <a:lumOff val="80000"/>
              </a:schemeClr>
            </a:solidFill>
          </p:spPr>
          <p:txBody>
            <a:bodyPr wrap="none" rtlCol="0">
              <a:spAutoFit/>
            </a:bodyPr>
            <a:lstStyle/>
            <a:p>
              <a:r>
                <a:rPr lang="en-US" sz="2400" dirty="0"/>
                <a:t>Binomial coefficient</a:t>
              </a:r>
            </a:p>
          </p:txBody>
        </p:sp>
      </p:grpSp>
      <p:grpSp>
        <p:nvGrpSpPr>
          <p:cNvPr id="9" name="Group 8">
            <a:extLst>
              <a:ext uri="{FF2B5EF4-FFF2-40B4-BE49-F238E27FC236}">
                <a16:creationId xmlns:a16="http://schemas.microsoft.com/office/drawing/2014/main" id="{090E3F51-4DE0-7D71-86EE-CC0948D39400}"/>
              </a:ext>
            </a:extLst>
          </p:cNvPr>
          <p:cNvGrpSpPr/>
          <p:nvPr/>
        </p:nvGrpSpPr>
        <p:grpSpPr>
          <a:xfrm>
            <a:off x="1211836" y="5008148"/>
            <a:ext cx="10141964" cy="1538816"/>
            <a:chOff x="1211836" y="5008148"/>
            <a:chExt cx="10141964" cy="1538816"/>
          </a:xfrm>
        </p:grpSpPr>
        <p:pic>
          <p:nvPicPr>
            <p:cNvPr id="6" name="Picture 5">
              <a:extLst>
                <a:ext uri="{FF2B5EF4-FFF2-40B4-BE49-F238E27FC236}">
                  <a16:creationId xmlns:a16="http://schemas.microsoft.com/office/drawing/2014/main" id="{3EADD241-DBAF-8C2F-4AC5-391C60F08DEF}"/>
                </a:ext>
              </a:extLst>
            </p:cNvPr>
            <p:cNvPicPr>
              <a:picLocks noChangeAspect="1"/>
            </p:cNvPicPr>
            <p:nvPr/>
          </p:nvPicPr>
          <p:blipFill>
            <a:blip r:embed="rId3"/>
            <a:stretch>
              <a:fillRect/>
            </a:stretch>
          </p:blipFill>
          <p:spPr>
            <a:xfrm>
              <a:off x="3044194" y="5008148"/>
              <a:ext cx="8309606" cy="1538816"/>
            </a:xfrm>
            <a:prstGeom prst="rect">
              <a:avLst/>
            </a:prstGeom>
          </p:spPr>
        </p:pic>
        <p:sp>
          <p:nvSpPr>
            <p:cNvPr id="7" name="TextBox 6">
              <a:extLst>
                <a:ext uri="{FF2B5EF4-FFF2-40B4-BE49-F238E27FC236}">
                  <a16:creationId xmlns:a16="http://schemas.microsoft.com/office/drawing/2014/main" id="{BBF47DB8-93AE-D4FA-C615-1C9F30AF4A33}"/>
                </a:ext>
              </a:extLst>
            </p:cNvPr>
            <p:cNvSpPr txBox="1"/>
            <p:nvPr/>
          </p:nvSpPr>
          <p:spPr>
            <a:xfrm>
              <a:off x="1211836" y="5583236"/>
              <a:ext cx="849913" cy="461665"/>
            </a:xfrm>
            <a:prstGeom prst="rect">
              <a:avLst/>
            </a:prstGeom>
            <a:solidFill>
              <a:schemeClr val="accent5">
                <a:lumMod val="20000"/>
                <a:lumOff val="80000"/>
              </a:schemeClr>
            </a:solidFill>
          </p:spPr>
          <p:txBody>
            <a:bodyPr wrap="none" rtlCol="0">
              <a:spAutoFit/>
            </a:bodyPr>
            <a:lstStyle/>
            <a:p>
              <a:r>
                <a:rPr lang="en-US" sz="2400" dirty="0"/>
                <a:t>rules</a:t>
              </a:r>
            </a:p>
          </p:txBody>
        </p:sp>
      </p:grpSp>
    </p:spTree>
    <p:extLst>
      <p:ext uri="{BB962C8B-B14F-4D97-AF65-F5344CB8AC3E}">
        <p14:creationId xmlns:p14="http://schemas.microsoft.com/office/powerpoint/2010/main" val="1763441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D1926-B46A-B868-0764-E9D52164F445}"/>
              </a:ext>
            </a:extLst>
          </p:cNvPr>
          <p:cNvSpPr>
            <a:spLocks noGrp="1"/>
          </p:cNvSpPr>
          <p:nvPr>
            <p:ph type="title"/>
          </p:nvPr>
        </p:nvSpPr>
        <p:spPr/>
        <p:txBody>
          <a:bodyPr/>
          <a:lstStyle/>
          <a:p>
            <a:r>
              <a:rPr lang="en-US" dirty="0">
                <a:solidFill>
                  <a:srgbClr val="0070C0"/>
                </a:solidFill>
              </a:rPr>
              <a:t>Binomial coefficient: example</a:t>
            </a:r>
          </a:p>
        </p:txBody>
      </p:sp>
      <p:sp>
        <p:nvSpPr>
          <p:cNvPr id="3" name="Content Placeholder 2">
            <a:extLst>
              <a:ext uri="{FF2B5EF4-FFF2-40B4-BE49-F238E27FC236}">
                <a16:creationId xmlns:a16="http://schemas.microsoft.com/office/drawing/2014/main" id="{A31E5409-8F64-F2CE-4686-02AFB95AF6D6}"/>
              </a:ext>
            </a:extLst>
          </p:cNvPr>
          <p:cNvSpPr>
            <a:spLocks noGrp="1"/>
          </p:cNvSpPr>
          <p:nvPr>
            <p:ph idx="1"/>
          </p:nvPr>
        </p:nvSpPr>
        <p:spPr/>
        <p:txBody>
          <a:bodyPr/>
          <a:lstStyle/>
          <a:p>
            <a:pPr marL="0" indent="0">
              <a:buNone/>
            </a:pPr>
            <a:r>
              <a:rPr lang="en-US" dirty="0"/>
              <a:t>A company needs to elect a board of directors. The board consists of 5 members and 15 people are eligible. How many different combinations do exist for the board?</a:t>
            </a:r>
          </a:p>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8AAC4C51-3719-E4DA-D58F-EF52DFEC675C}"/>
              </a:ext>
            </a:extLst>
          </p:cNvPr>
          <p:cNvPicPr>
            <a:picLocks noChangeAspect="1"/>
          </p:cNvPicPr>
          <p:nvPr/>
        </p:nvPicPr>
        <p:blipFill>
          <a:blip r:embed="rId2"/>
          <a:stretch>
            <a:fillRect/>
          </a:stretch>
        </p:blipFill>
        <p:spPr>
          <a:xfrm>
            <a:off x="3405842" y="3551766"/>
            <a:ext cx="5139141" cy="1375833"/>
          </a:xfrm>
          <a:prstGeom prst="rect">
            <a:avLst/>
          </a:prstGeom>
        </p:spPr>
      </p:pic>
    </p:spTree>
    <p:extLst>
      <p:ext uri="{BB962C8B-B14F-4D97-AF65-F5344CB8AC3E}">
        <p14:creationId xmlns:p14="http://schemas.microsoft.com/office/powerpoint/2010/main" val="12323518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646</Words>
  <Application>Microsoft Macintosh PowerPoint</Application>
  <PresentationFormat>Widescreen</PresentationFormat>
  <Paragraphs>49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Cambria Math</vt:lpstr>
      <vt:lpstr>Office Theme</vt:lpstr>
      <vt:lpstr>Combinatorics</vt:lpstr>
      <vt:lpstr>Permutations and combinations</vt:lpstr>
      <vt:lpstr>Permutations</vt:lpstr>
      <vt:lpstr>Permutations</vt:lpstr>
      <vt:lpstr>If not all elements are distinguishable:</vt:lpstr>
      <vt:lpstr>Example:</vt:lpstr>
      <vt:lpstr>Combinations without replacement and without consideration of order</vt:lpstr>
      <vt:lpstr>Combinations without replacement and without consideration of order</vt:lpstr>
      <vt:lpstr>Binomial coefficient: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Carmen Romano</dc:creator>
  <cp:lastModifiedBy>Maria Carmen Romano</cp:lastModifiedBy>
  <cp:revision>1</cp:revision>
  <dcterms:created xsi:type="dcterms:W3CDTF">2025-02-02T12:32:47Z</dcterms:created>
  <dcterms:modified xsi:type="dcterms:W3CDTF">2025-03-14T16:42:56Z</dcterms:modified>
</cp:coreProperties>
</file>