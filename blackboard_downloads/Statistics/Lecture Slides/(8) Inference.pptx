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57" r:id="rId8"/>
    <p:sldId id="266" r:id="rId9"/>
    <p:sldId id="267" r:id="rId10"/>
    <p:sldId id="271" r:id="rId11"/>
    <p:sldId id="269" r:id="rId12"/>
    <p:sldId id="268" r:id="rId13"/>
    <p:sldId id="270" r:id="rId14"/>
    <p:sldId id="260" r:id="rId15"/>
    <p:sldId id="258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8F696-C02D-1741-A5FA-6C4F68288B9E}" v="2205" dt="2025-04-12T10:01:45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719"/>
  </p:normalViewPr>
  <p:slideViewPr>
    <p:cSldViewPr snapToGrid="0">
      <p:cViewPr varScale="1">
        <p:scale>
          <a:sx n="95" d="100"/>
          <a:sy n="95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79A8F696-C02D-1741-A5FA-6C4F68288B9E}"/>
    <pc:docChg chg="undo custSel addSld delSld modSld">
      <pc:chgData name="Romano, M. Carmen" userId="aa8fdb40-17a6-4858-bc4e-f32e31186fd2" providerId="ADAL" clId="{79A8F696-C02D-1741-A5FA-6C4F68288B9E}" dt="2025-04-12T10:01:45.267" v="8141" actId="207"/>
      <pc:docMkLst>
        <pc:docMk/>
      </pc:docMkLst>
      <pc:sldChg chg="addSp delSp modSp mod modTransition">
        <pc:chgData name="Romano, M. Carmen" userId="aa8fdb40-17a6-4858-bc4e-f32e31186fd2" providerId="ADAL" clId="{79A8F696-C02D-1741-A5FA-6C4F68288B9E}" dt="2025-04-02T08:10:08.845" v="8093" actId="478"/>
        <pc:sldMkLst>
          <pc:docMk/>
          <pc:sldMk cId="1614122028" sldId="256"/>
        </pc:sldMkLst>
        <pc:spChg chg="mod">
          <ac:chgData name="Romano, M. Carmen" userId="aa8fdb40-17a6-4858-bc4e-f32e31186fd2" providerId="ADAL" clId="{79A8F696-C02D-1741-A5FA-6C4F68288B9E}" dt="2025-04-02T08:10:02.169" v="8091" actId="20577"/>
          <ac:spMkLst>
            <pc:docMk/>
            <pc:sldMk cId="1614122028" sldId="256"/>
            <ac:spMk id="2" creationId="{32817184-FBA2-DB43-F6E9-2850BD7FB32A}"/>
          </ac:spMkLst>
        </pc:spChg>
      </pc:sldChg>
      <pc:sldChg chg="addSp delSp modSp mod modTransition modAnim">
        <pc:chgData name="Romano, M. Carmen" userId="aa8fdb40-17a6-4858-bc4e-f32e31186fd2" providerId="ADAL" clId="{79A8F696-C02D-1741-A5FA-6C4F68288B9E}" dt="2025-04-12T09:43:01.641" v="8117" actId="20577"/>
        <pc:sldMkLst>
          <pc:docMk/>
          <pc:sldMk cId="115280074" sldId="257"/>
        </pc:sldMkLst>
        <pc:spChg chg="add mod">
          <ac:chgData name="Romano, M. Carmen" userId="aa8fdb40-17a6-4858-bc4e-f32e31186fd2" providerId="ADAL" clId="{79A8F696-C02D-1741-A5FA-6C4F68288B9E}" dt="2025-03-06T05:52:41.400" v="2099" actId="164"/>
          <ac:spMkLst>
            <pc:docMk/>
            <pc:sldMk cId="115280074" sldId="257"/>
            <ac:spMk id="6" creationId="{58D6D698-7803-D36B-013D-F0E90ADEECA3}"/>
          </ac:spMkLst>
        </pc:spChg>
        <pc:spChg chg="add mod">
          <ac:chgData name="Romano, M. Carmen" userId="aa8fdb40-17a6-4858-bc4e-f32e31186fd2" providerId="ADAL" clId="{79A8F696-C02D-1741-A5FA-6C4F68288B9E}" dt="2025-04-12T09:43:01.641" v="8117" actId="20577"/>
          <ac:spMkLst>
            <pc:docMk/>
            <pc:sldMk cId="115280074" sldId="257"/>
            <ac:spMk id="11" creationId="{0F169214-48D0-2B72-09C5-F2AA14B09254}"/>
          </ac:spMkLst>
        </pc:spChg>
        <pc:grpChg chg="add mod">
          <ac:chgData name="Romano, M. Carmen" userId="aa8fdb40-17a6-4858-bc4e-f32e31186fd2" providerId="ADAL" clId="{79A8F696-C02D-1741-A5FA-6C4F68288B9E}" dt="2025-03-06T05:52:41.400" v="2099" actId="164"/>
          <ac:grpSpMkLst>
            <pc:docMk/>
            <pc:sldMk cId="115280074" sldId="257"/>
            <ac:grpSpMk id="12" creationId="{BF8F1A13-EE20-B9AF-6767-5FD44CC0C068}"/>
          </ac:grpSpMkLst>
        </pc:grpChg>
        <pc:picChg chg="add mod">
          <ac:chgData name="Romano, M. Carmen" userId="aa8fdb40-17a6-4858-bc4e-f32e31186fd2" providerId="ADAL" clId="{79A8F696-C02D-1741-A5FA-6C4F68288B9E}" dt="2025-03-06T05:51:53.014" v="2093" actId="1076"/>
          <ac:picMkLst>
            <pc:docMk/>
            <pc:sldMk cId="115280074" sldId="257"/>
            <ac:picMk id="4" creationId="{79D8EB72-7EC0-6EFF-3CBD-52EFF291E506}"/>
          </ac:picMkLst>
        </pc:picChg>
        <pc:picChg chg="add mod">
          <ac:chgData name="Romano, M. Carmen" userId="aa8fdb40-17a6-4858-bc4e-f32e31186fd2" providerId="ADAL" clId="{79A8F696-C02D-1741-A5FA-6C4F68288B9E}" dt="2025-03-06T05:46:34.100" v="1976" actId="1076"/>
          <ac:picMkLst>
            <pc:docMk/>
            <pc:sldMk cId="115280074" sldId="257"/>
            <ac:picMk id="5" creationId="{1ACED375-7F92-6228-AE96-96994EE06197}"/>
          </ac:picMkLst>
        </pc:picChg>
        <pc:cxnChg chg="add mod">
          <ac:chgData name="Romano, M. Carmen" userId="aa8fdb40-17a6-4858-bc4e-f32e31186fd2" providerId="ADAL" clId="{79A8F696-C02D-1741-A5FA-6C4F68288B9E}" dt="2025-03-06T05:52:41.400" v="2099" actId="164"/>
          <ac:cxnSpMkLst>
            <pc:docMk/>
            <pc:sldMk cId="115280074" sldId="257"/>
            <ac:cxnSpMk id="8" creationId="{90A36BB1-FA7D-DD5D-42A6-07EB62CD6C94}"/>
          </ac:cxnSpMkLst>
        </pc:cxnChg>
        <pc:cxnChg chg="add mod">
          <ac:chgData name="Romano, M. Carmen" userId="aa8fdb40-17a6-4858-bc4e-f32e31186fd2" providerId="ADAL" clId="{79A8F696-C02D-1741-A5FA-6C4F68288B9E}" dt="2025-03-06T05:52:41.400" v="2099" actId="164"/>
          <ac:cxnSpMkLst>
            <pc:docMk/>
            <pc:sldMk cId="115280074" sldId="257"/>
            <ac:cxnSpMk id="9" creationId="{55940986-35F4-0D1C-4A2D-0FA009129624}"/>
          </ac:cxnSpMkLst>
        </pc:cxnChg>
      </pc:sldChg>
      <pc:sldChg chg="modSp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639982582" sldId="258"/>
        </pc:sldMkLst>
        <pc:spChg chg="mod">
          <ac:chgData name="Romano, M. Carmen" userId="aa8fdb40-17a6-4858-bc4e-f32e31186fd2" providerId="ADAL" clId="{79A8F696-C02D-1741-A5FA-6C4F68288B9E}" dt="2025-04-01T10:03:38.255" v="3854" actId="20577"/>
          <ac:spMkLst>
            <pc:docMk/>
            <pc:sldMk cId="639982582" sldId="258"/>
            <ac:spMk id="2" creationId="{26157CC2-0F28-EC72-88A3-75DFA3B77C52}"/>
          </ac:spMkLst>
        </pc:spChg>
        <pc:spChg chg="mod">
          <ac:chgData name="Romano, M. Carmen" userId="aa8fdb40-17a6-4858-bc4e-f32e31186fd2" providerId="ADAL" clId="{79A8F696-C02D-1741-A5FA-6C4F68288B9E}" dt="2025-04-01T10:08:28.912" v="4426" actId="207"/>
          <ac:spMkLst>
            <pc:docMk/>
            <pc:sldMk cId="639982582" sldId="258"/>
            <ac:spMk id="3" creationId="{7004A966-27CC-B924-B1DA-DD80A81F0655}"/>
          </ac:spMkLst>
        </pc:spChg>
      </pc:sldChg>
      <pc:sldChg chg="del modTransition">
        <pc:chgData name="Romano, M. Carmen" userId="aa8fdb40-17a6-4858-bc4e-f32e31186fd2" providerId="ADAL" clId="{79A8F696-C02D-1741-A5FA-6C4F68288B9E}" dt="2025-04-02T08:05:34.628" v="8074" actId="2696"/>
        <pc:sldMkLst>
          <pc:docMk/>
          <pc:sldMk cId="4256184420" sldId="259"/>
        </pc:sldMkLst>
      </pc:sldChg>
      <pc:sldChg chg="modSp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1927417542" sldId="260"/>
        </pc:sldMkLst>
        <pc:spChg chg="mod">
          <ac:chgData name="Romano, M. Carmen" userId="aa8fdb40-17a6-4858-bc4e-f32e31186fd2" providerId="ADAL" clId="{79A8F696-C02D-1741-A5FA-6C4F68288B9E}" dt="2025-03-06T16:50:16.890" v="3809" actId="207"/>
          <ac:spMkLst>
            <pc:docMk/>
            <pc:sldMk cId="1927417542" sldId="260"/>
            <ac:spMk id="3" creationId="{2D3986A5-7A1A-74A6-F101-4EEEF9BA714A}"/>
          </ac:spMkLst>
        </pc:spChg>
      </pc:sldChg>
      <pc:sldChg chg="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487598050" sldId="261"/>
        </pc:sldMkLst>
        <pc:spChg chg="mod">
          <ac:chgData name="Romano, M. Carmen" userId="aa8fdb40-17a6-4858-bc4e-f32e31186fd2" providerId="ADAL" clId="{79A8F696-C02D-1741-A5FA-6C4F68288B9E}" dt="2025-03-05T17:36:48.218" v="20" actId="20577"/>
          <ac:spMkLst>
            <pc:docMk/>
            <pc:sldMk cId="487598050" sldId="261"/>
            <ac:spMk id="2" creationId="{B2B1BF2F-A8E7-A4A5-156A-04526F6DF137}"/>
          </ac:spMkLst>
        </pc:spChg>
        <pc:spChg chg="mod">
          <ac:chgData name="Romano, M. Carmen" userId="aa8fdb40-17a6-4858-bc4e-f32e31186fd2" providerId="ADAL" clId="{79A8F696-C02D-1741-A5FA-6C4F68288B9E}" dt="2025-03-05T17:44:03.131" v="464" actId="207"/>
          <ac:spMkLst>
            <pc:docMk/>
            <pc:sldMk cId="487598050" sldId="261"/>
            <ac:spMk id="3" creationId="{ED0E21ED-BD1F-1A40-8FCE-2942F95EFAD2}"/>
          </ac:spMkLst>
        </pc:spChg>
      </pc:sldChg>
      <pc:sldChg chg="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2546632082" sldId="262"/>
        </pc:sldMkLst>
        <pc:spChg chg="mod">
          <ac:chgData name="Romano, M. Carmen" userId="aa8fdb40-17a6-4858-bc4e-f32e31186fd2" providerId="ADAL" clId="{79A8F696-C02D-1741-A5FA-6C4F68288B9E}" dt="2025-03-05T17:46:54.157" v="507" actId="20577"/>
          <ac:spMkLst>
            <pc:docMk/>
            <pc:sldMk cId="2546632082" sldId="262"/>
            <ac:spMk id="2" creationId="{B7427291-348A-AA24-558D-3C89BC0E89EE}"/>
          </ac:spMkLst>
        </pc:spChg>
        <pc:spChg chg="mod">
          <ac:chgData name="Romano, M. Carmen" userId="aa8fdb40-17a6-4858-bc4e-f32e31186fd2" providerId="ADAL" clId="{79A8F696-C02D-1741-A5FA-6C4F68288B9E}" dt="2025-03-05T17:51:04.701" v="808" actId="113"/>
          <ac:spMkLst>
            <pc:docMk/>
            <pc:sldMk cId="2546632082" sldId="262"/>
            <ac:spMk id="3" creationId="{95C89952-CF96-2A1C-65F4-74651A07EC49}"/>
          </ac:spMkLst>
        </pc:spChg>
      </pc:sldChg>
      <pc:sldChg chg="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2272181002" sldId="263"/>
        </pc:sldMkLst>
        <pc:spChg chg="mod">
          <ac:chgData name="Romano, M. Carmen" userId="aa8fdb40-17a6-4858-bc4e-f32e31186fd2" providerId="ADAL" clId="{79A8F696-C02D-1741-A5FA-6C4F68288B9E}" dt="2025-03-05T17:52:33.208" v="864" actId="20577"/>
          <ac:spMkLst>
            <pc:docMk/>
            <pc:sldMk cId="2272181002" sldId="263"/>
            <ac:spMk id="2" creationId="{982A6AFE-3BAD-1F78-A252-E379C4EAF074}"/>
          </ac:spMkLst>
        </pc:spChg>
        <pc:spChg chg="mod">
          <ac:chgData name="Romano, M. Carmen" userId="aa8fdb40-17a6-4858-bc4e-f32e31186fd2" providerId="ADAL" clId="{79A8F696-C02D-1741-A5FA-6C4F68288B9E}" dt="2025-03-06T05:40:40.068" v="1840" actId="207"/>
          <ac:spMkLst>
            <pc:docMk/>
            <pc:sldMk cId="2272181002" sldId="263"/>
            <ac:spMk id="3" creationId="{CB994114-44C5-EEA2-AE48-FF82FF7EABC5}"/>
          </ac:spMkLst>
        </pc:spChg>
      </pc:sldChg>
      <pc:sldChg chg="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1404550809" sldId="264"/>
        </pc:sldMkLst>
        <pc:spChg chg="mod">
          <ac:chgData name="Romano, M. Carmen" userId="aa8fdb40-17a6-4858-bc4e-f32e31186fd2" providerId="ADAL" clId="{79A8F696-C02D-1741-A5FA-6C4F68288B9E}" dt="2025-03-05T17:54:41.437" v="1155" actId="20577"/>
          <ac:spMkLst>
            <pc:docMk/>
            <pc:sldMk cId="1404550809" sldId="264"/>
            <ac:spMk id="2" creationId="{F0CA3AA0-75C6-CC26-76EB-EFB81BD96945}"/>
          </ac:spMkLst>
        </pc:spChg>
        <pc:spChg chg="mod">
          <ac:chgData name="Romano, M. Carmen" userId="aa8fdb40-17a6-4858-bc4e-f32e31186fd2" providerId="ADAL" clId="{79A8F696-C02D-1741-A5FA-6C4F68288B9E}" dt="2025-03-06T06:09:03.461" v="2492" actId="20577"/>
          <ac:spMkLst>
            <pc:docMk/>
            <pc:sldMk cId="1404550809" sldId="264"/>
            <ac:spMk id="3" creationId="{290D6D4D-8AFA-695A-FC69-91A2BFBD91EC}"/>
          </ac:spMkLst>
        </pc:spChg>
      </pc:sldChg>
      <pc:sldChg chg="modSp new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1105768018" sldId="265"/>
        </pc:sldMkLst>
        <pc:spChg chg="mod">
          <ac:chgData name="Romano, M. Carmen" userId="aa8fdb40-17a6-4858-bc4e-f32e31186fd2" providerId="ADAL" clId="{79A8F696-C02D-1741-A5FA-6C4F68288B9E}" dt="2025-03-05T17:59:34.955" v="1419" actId="20577"/>
          <ac:spMkLst>
            <pc:docMk/>
            <pc:sldMk cId="1105768018" sldId="265"/>
            <ac:spMk id="2" creationId="{E38062FD-67AB-A3A9-DCE4-2956B99E8296}"/>
          </ac:spMkLst>
        </pc:spChg>
        <pc:spChg chg="mod">
          <ac:chgData name="Romano, M. Carmen" userId="aa8fdb40-17a6-4858-bc4e-f32e31186fd2" providerId="ADAL" clId="{79A8F696-C02D-1741-A5FA-6C4F68288B9E}" dt="2025-03-06T06:17:32.411" v="2626" actId="20577"/>
          <ac:spMkLst>
            <pc:docMk/>
            <pc:sldMk cId="1105768018" sldId="265"/>
            <ac:spMk id="3" creationId="{BD6A0CED-2050-311C-3402-6B5F970C2465}"/>
          </ac:spMkLst>
        </pc:spChg>
      </pc:sldChg>
      <pc:sldChg chg="addSp delSp modSp new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3684546805" sldId="266"/>
        </pc:sldMkLst>
        <pc:spChg chg="mod">
          <ac:chgData name="Romano, M. Carmen" userId="aa8fdb40-17a6-4858-bc4e-f32e31186fd2" providerId="ADAL" clId="{79A8F696-C02D-1741-A5FA-6C4F68288B9E}" dt="2025-03-06T05:59:19.085" v="2191" actId="20577"/>
          <ac:spMkLst>
            <pc:docMk/>
            <pc:sldMk cId="3684546805" sldId="266"/>
            <ac:spMk id="2" creationId="{923BA576-38BC-A565-4E38-E7AA2D7E6E31}"/>
          </ac:spMkLst>
        </pc:spChg>
        <pc:spChg chg="add mod">
          <ac:chgData name="Romano, M. Carmen" userId="aa8fdb40-17a6-4858-bc4e-f32e31186fd2" providerId="ADAL" clId="{79A8F696-C02D-1741-A5FA-6C4F68288B9E}" dt="2025-03-06T06:04:37.965" v="2452" actId="164"/>
          <ac:spMkLst>
            <pc:docMk/>
            <pc:sldMk cId="3684546805" sldId="266"/>
            <ac:spMk id="5" creationId="{4CA6C469-5356-6CD5-BAD6-DC07FFEDB96D}"/>
          </ac:spMkLst>
        </pc:spChg>
        <pc:spChg chg="add mod">
          <ac:chgData name="Romano, M. Carmen" userId="aa8fdb40-17a6-4858-bc4e-f32e31186fd2" providerId="ADAL" clId="{79A8F696-C02D-1741-A5FA-6C4F68288B9E}" dt="2025-03-06T06:10:10.922" v="2493" actId="207"/>
          <ac:spMkLst>
            <pc:docMk/>
            <pc:sldMk cId="3684546805" sldId="266"/>
            <ac:spMk id="7" creationId="{0D8FB047-771A-4167-DB66-7063AC1B341F}"/>
          </ac:spMkLst>
        </pc:spChg>
        <pc:grpChg chg="add mod">
          <ac:chgData name="Romano, M. Carmen" userId="aa8fdb40-17a6-4858-bc4e-f32e31186fd2" providerId="ADAL" clId="{79A8F696-C02D-1741-A5FA-6C4F68288B9E}" dt="2025-03-06T06:04:37.965" v="2452" actId="164"/>
          <ac:grpSpMkLst>
            <pc:docMk/>
            <pc:sldMk cId="3684546805" sldId="266"/>
            <ac:grpSpMk id="8" creationId="{0A5CCE41-1C77-36B2-6A97-F31ED5593CB4}"/>
          </ac:grpSpMkLst>
        </pc:grpChg>
        <pc:picChg chg="add mod">
          <ac:chgData name="Romano, M. Carmen" userId="aa8fdb40-17a6-4858-bc4e-f32e31186fd2" providerId="ADAL" clId="{79A8F696-C02D-1741-A5FA-6C4F68288B9E}" dt="2025-03-06T06:00:03.969" v="2196" actId="1076"/>
          <ac:picMkLst>
            <pc:docMk/>
            <pc:sldMk cId="3684546805" sldId="266"/>
            <ac:picMk id="4" creationId="{955B9CFD-C55F-B6F2-A91A-5973D472F63F}"/>
          </ac:picMkLst>
        </pc:picChg>
        <pc:picChg chg="add mod">
          <ac:chgData name="Romano, M. Carmen" userId="aa8fdb40-17a6-4858-bc4e-f32e31186fd2" providerId="ADAL" clId="{79A8F696-C02D-1741-A5FA-6C4F68288B9E}" dt="2025-03-06T06:04:37.965" v="2452" actId="164"/>
          <ac:picMkLst>
            <pc:docMk/>
            <pc:sldMk cId="3684546805" sldId="266"/>
            <ac:picMk id="6" creationId="{C1A99EF0-9D9F-216C-AD0E-BE3F38F7BDEE}"/>
          </ac:picMkLst>
        </pc:picChg>
      </pc:sldChg>
      <pc:sldChg chg="addSp modSp new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4268885144" sldId="267"/>
        </pc:sldMkLst>
        <pc:spChg chg="mod">
          <ac:chgData name="Romano, M. Carmen" userId="aa8fdb40-17a6-4858-bc4e-f32e31186fd2" providerId="ADAL" clId="{79A8F696-C02D-1741-A5FA-6C4F68288B9E}" dt="2025-03-06T06:10:36.133" v="2514" actId="16959"/>
          <ac:spMkLst>
            <pc:docMk/>
            <pc:sldMk cId="4268885144" sldId="267"/>
            <ac:spMk id="2" creationId="{7F66481C-0602-0EC4-6FD6-4B4BF9DFC1A9}"/>
          </ac:spMkLst>
        </pc:spChg>
        <pc:spChg chg="mod">
          <ac:chgData name="Romano, M. Carmen" userId="aa8fdb40-17a6-4858-bc4e-f32e31186fd2" providerId="ADAL" clId="{79A8F696-C02D-1741-A5FA-6C4F68288B9E}" dt="2025-04-01T07:44:17.699" v="3827" actId="1076"/>
          <ac:spMkLst>
            <pc:docMk/>
            <pc:sldMk cId="4268885144" sldId="267"/>
            <ac:spMk id="3" creationId="{61C8B143-B638-EFDB-4530-D6A5501CFAA4}"/>
          </ac:spMkLst>
        </pc:spChg>
        <pc:spChg chg="add mod">
          <ac:chgData name="Romano, M. Carmen" userId="aa8fdb40-17a6-4858-bc4e-f32e31186fd2" providerId="ADAL" clId="{79A8F696-C02D-1741-A5FA-6C4F68288B9E}" dt="2025-03-06T06:15:25.233" v="2619" actId="164"/>
          <ac:spMkLst>
            <pc:docMk/>
            <pc:sldMk cId="4268885144" sldId="267"/>
            <ac:spMk id="5" creationId="{F6D2328D-7A7E-55FD-97AD-6B7C0EACF87B}"/>
          </ac:spMkLst>
        </pc:spChg>
        <pc:spChg chg="add mod">
          <ac:chgData name="Romano, M. Carmen" userId="aa8fdb40-17a6-4858-bc4e-f32e31186fd2" providerId="ADAL" clId="{79A8F696-C02D-1741-A5FA-6C4F68288B9E}" dt="2025-03-06T06:15:25.233" v="2619" actId="164"/>
          <ac:spMkLst>
            <pc:docMk/>
            <pc:sldMk cId="4268885144" sldId="267"/>
            <ac:spMk id="6" creationId="{50536AD1-3F02-FDF4-4569-76E1F6D848E3}"/>
          </ac:spMkLst>
        </pc:spChg>
        <pc:spChg chg="add mod">
          <ac:chgData name="Romano, M. Carmen" userId="aa8fdb40-17a6-4858-bc4e-f32e31186fd2" providerId="ADAL" clId="{79A8F696-C02D-1741-A5FA-6C4F68288B9E}" dt="2025-04-01T07:43:04.938" v="3816" actId="207"/>
          <ac:spMkLst>
            <pc:docMk/>
            <pc:sldMk cId="4268885144" sldId="267"/>
            <ac:spMk id="8" creationId="{6B4C4AC8-FF1F-8E37-08CC-073BB796D678}"/>
          </ac:spMkLst>
        </pc:spChg>
        <pc:grpChg chg="add mod">
          <ac:chgData name="Romano, M. Carmen" userId="aa8fdb40-17a6-4858-bc4e-f32e31186fd2" providerId="ADAL" clId="{79A8F696-C02D-1741-A5FA-6C4F68288B9E}" dt="2025-03-06T06:15:25.233" v="2619" actId="164"/>
          <ac:grpSpMkLst>
            <pc:docMk/>
            <pc:sldMk cId="4268885144" sldId="267"/>
            <ac:grpSpMk id="7" creationId="{00B5042E-86E9-05F3-E996-0AFD06DB061B}"/>
          </ac:grpSpMkLst>
        </pc:grpChg>
        <pc:picChg chg="add mod">
          <ac:chgData name="Romano, M. Carmen" userId="aa8fdb40-17a6-4858-bc4e-f32e31186fd2" providerId="ADAL" clId="{79A8F696-C02D-1741-A5FA-6C4F68288B9E}" dt="2025-03-06T06:15:25.233" v="2619" actId="164"/>
          <ac:picMkLst>
            <pc:docMk/>
            <pc:sldMk cId="4268885144" sldId="267"/>
            <ac:picMk id="4" creationId="{FAB7B379-A699-01B4-C320-754FFB795023}"/>
          </ac:picMkLst>
        </pc:picChg>
      </pc:sldChg>
      <pc:sldChg chg="addSp delSp modSp new mod modTransition modAnim">
        <pc:chgData name="Romano, M. Carmen" userId="aa8fdb40-17a6-4858-bc4e-f32e31186fd2" providerId="ADAL" clId="{79A8F696-C02D-1741-A5FA-6C4F68288B9E}" dt="2025-04-12T09:50:56.468" v="8140" actId="20577"/>
        <pc:sldMkLst>
          <pc:docMk/>
          <pc:sldMk cId="748409176" sldId="268"/>
        </pc:sldMkLst>
        <pc:spChg chg="mod">
          <ac:chgData name="Romano, M. Carmen" userId="aa8fdb40-17a6-4858-bc4e-f32e31186fd2" providerId="ADAL" clId="{79A8F696-C02D-1741-A5FA-6C4F68288B9E}" dt="2025-03-06T06:52:43.016" v="3057" actId="1076"/>
          <ac:spMkLst>
            <pc:docMk/>
            <pc:sldMk cId="748409176" sldId="268"/>
            <ac:spMk id="2" creationId="{2EEB0BE2-B04E-4647-2F56-CD5B30DEAFAC}"/>
          </ac:spMkLst>
        </pc:spChg>
        <pc:spChg chg="add mod">
          <ac:chgData name="Romano, M. Carmen" userId="aa8fdb40-17a6-4858-bc4e-f32e31186fd2" providerId="ADAL" clId="{79A8F696-C02D-1741-A5FA-6C4F68288B9E}" dt="2025-04-12T09:50:56.468" v="8140" actId="20577"/>
          <ac:spMkLst>
            <pc:docMk/>
            <pc:sldMk cId="748409176" sldId="268"/>
            <ac:spMk id="5" creationId="{FB4989FD-C556-6615-34DE-A7FD25066DCC}"/>
          </ac:spMkLst>
        </pc:spChg>
      </pc:sldChg>
      <pc:sldChg chg="addSp delSp 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1280027035" sldId="269"/>
        </pc:sldMkLst>
        <pc:picChg chg="add mod">
          <ac:chgData name="Romano, M. Carmen" userId="aa8fdb40-17a6-4858-bc4e-f32e31186fd2" providerId="ADAL" clId="{79A8F696-C02D-1741-A5FA-6C4F68288B9E}" dt="2025-03-06T06:20:58.003" v="2655" actId="1076"/>
          <ac:picMkLst>
            <pc:docMk/>
            <pc:sldMk cId="1280027035" sldId="269"/>
            <ac:picMk id="4" creationId="{8FBF24B2-5B3F-3D33-4037-51FD45D60206}"/>
          </ac:picMkLst>
        </pc:picChg>
      </pc:sldChg>
      <pc:sldChg chg="delSp modSp new mo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268600737" sldId="270"/>
        </pc:sldMkLst>
        <pc:spChg chg="mod">
          <ac:chgData name="Romano, M. Carmen" userId="aa8fdb40-17a6-4858-bc4e-f32e31186fd2" providerId="ADAL" clId="{79A8F696-C02D-1741-A5FA-6C4F68288B9E}" dt="2025-03-06T06:56:53.558" v="3174" actId="1076"/>
          <ac:spMkLst>
            <pc:docMk/>
            <pc:sldMk cId="268600737" sldId="270"/>
            <ac:spMk id="3" creationId="{551CD213-8988-CD9D-D343-358D3D534146}"/>
          </ac:spMkLst>
        </pc:spChg>
      </pc:sldChg>
      <pc:sldChg chg="add modTransition">
        <pc:chgData name="Romano, M. Carmen" userId="aa8fdb40-17a6-4858-bc4e-f32e31186fd2" providerId="ADAL" clId="{79A8F696-C02D-1741-A5FA-6C4F68288B9E}" dt="2025-04-01T10:52:03.100" v="5851"/>
        <pc:sldMkLst>
          <pc:docMk/>
          <pc:sldMk cId="3102169140" sldId="271"/>
        </pc:sldMkLst>
      </pc:sldChg>
      <pc:sldChg chg="modSp new mod modTransition modAnim">
        <pc:chgData name="Romano, M. Carmen" userId="aa8fdb40-17a6-4858-bc4e-f32e31186fd2" providerId="ADAL" clId="{79A8F696-C02D-1741-A5FA-6C4F68288B9E}" dt="2025-04-12T10:01:45.267" v="8141" actId="207"/>
        <pc:sldMkLst>
          <pc:docMk/>
          <pc:sldMk cId="2960670332" sldId="272"/>
        </pc:sldMkLst>
        <pc:spChg chg="mod">
          <ac:chgData name="Romano, M. Carmen" userId="aa8fdb40-17a6-4858-bc4e-f32e31186fd2" providerId="ADAL" clId="{79A8F696-C02D-1741-A5FA-6C4F68288B9E}" dt="2025-04-01T10:09:51.665" v="4455" actId="20577"/>
          <ac:spMkLst>
            <pc:docMk/>
            <pc:sldMk cId="2960670332" sldId="272"/>
            <ac:spMk id="2" creationId="{EB416F90-756D-2B02-6D9D-FC99D2CE5B21}"/>
          </ac:spMkLst>
        </pc:spChg>
        <pc:spChg chg="mod">
          <ac:chgData name="Romano, M. Carmen" userId="aa8fdb40-17a6-4858-bc4e-f32e31186fd2" providerId="ADAL" clId="{79A8F696-C02D-1741-A5FA-6C4F68288B9E}" dt="2025-04-12T10:01:45.267" v="8141" actId="207"/>
          <ac:spMkLst>
            <pc:docMk/>
            <pc:sldMk cId="2960670332" sldId="272"/>
            <ac:spMk id="3" creationId="{0877331B-632A-4E72-A2E6-836B15ED353A}"/>
          </ac:spMkLst>
        </pc:spChg>
      </pc:sldChg>
      <pc:sldChg chg="addSp delSp modSp new mod modTransition modAnim">
        <pc:chgData name="Romano, M. Carmen" userId="aa8fdb40-17a6-4858-bc4e-f32e31186fd2" providerId="ADAL" clId="{79A8F696-C02D-1741-A5FA-6C4F68288B9E}" dt="2025-04-01T10:52:03.100" v="5851"/>
        <pc:sldMkLst>
          <pc:docMk/>
          <pc:sldMk cId="3985023978" sldId="273"/>
        </pc:sldMkLst>
        <pc:spChg chg="mod">
          <ac:chgData name="Romano, M. Carmen" userId="aa8fdb40-17a6-4858-bc4e-f32e31186fd2" providerId="ADAL" clId="{79A8F696-C02D-1741-A5FA-6C4F68288B9E}" dt="2025-04-01T10:41:57.897" v="5750" actId="1076"/>
          <ac:spMkLst>
            <pc:docMk/>
            <pc:sldMk cId="3985023978" sldId="273"/>
            <ac:spMk id="2" creationId="{1F29BE95-631F-6533-6A36-83531B3537AD}"/>
          </ac:spMkLst>
        </pc:spChg>
        <pc:spChg chg="add mod">
          <ac:chgData name="Romano, M. Carmen" userId="aa8fdb40-17a6-4858-bc4e-f32e31186fd2" providerId="ADAL" clId="{79A8F696-C02D-1741-A5FA-6C4F68288B9E}" dt="2025-04-01T10:44:34.470" v="5755" actId="207"/>
          <ac:spMkLst>
            <pc:docMk/>
            <pc:sldMk cId="3985023978" sldId="273"/>
            <ac:spMk id="5" creationId="{08EEF117-E6C7-65AF-8051-DE444DA32D0C}"/>
          </ac:spMkLst>
        </pc:spChg>
        <pc:picChg chg="add mod">
          <ac:chgData name="Romano, M. Carmen" userId="aa8fdb40-17a6-4858-bc4e-f32e31186fd2" providerId="ADAL" clId="{79A8F696-C02D-1741-A5FA-6C4F68288B9E}" dt="2025-04-01T10:42:01.443" v="5751" actId="1076"/>
          <ac:picMkLst>
            <pc:docMk/>
            <pc:sldMk cId="3985023978" sldId="273"/>
            <ac:picMk id="4" creationId="{18AF078F-6B13-D169-848A-6E9BD4110384}"/>
          </ac:picMkLst>
        </pc:picChg>
      </pc:sldChg>
      <pc:sldChg chg="addSp modSp new mod modTransition modAnim">
        <pc:chgData name="Romano, M. Carmen" userId="aa8fdb40-17a6-4858-bc4e-f32e31186fd2" providerId="ADAL" clId="{79A8F696-C02D-1741-A5FA-6C4F68288B9E}" dt="2025-04-02T05:52:12.429" v="6246" actId="20577"/>
        <pc:sldMkLst>
          <pc:docMk/>
          <pc:sldMk cId="1641315490" sldId="274"/>
        </pc:sldMkLst>
        <pc:spChg chg="mod">
          <ac:chgData name="Romano, M. Carmen" userId="aa8fdb40-17a6-4858-bc4e-f32e31186fd2" providerId="ADAL" clId="{79A8F696-C02D-1741-A5FA-6C4F68288B9E}" dt="2025-04-02T05:50:52.889" v="6095" actId="1036"/>
          <ac:spMkLst>
            <pc:docMk/>
            <pc:sldMk cId="1641315490" sldId="274"/>
            <ac:spMk id="2" creationId="{EEAC2823-7521-051F-82A2-46FD9C0C5BE2}"/>
          </ac:spMkLst>
        </pc:spChg>
        <pc:spChg chg="mod">
          <ac:chgData name="Romano, M. Carmen" userId="aa8fdb40-17a6-4858-bc4e-f32e31186fd2" providerId="ADAL" clId="{79A8F696-C02D-1741-A5FA-6C4F68288B9E}" dt="2025-04-02T05:52:12.429" v="6246" actId="20577"/>
          <ac:spMkLst>
            <pc:docMk/>
            <pc:sldMk cId="1641315490" sldId="274"/>
            <ac:spMk id="3" creationId="{DA2E482A-3432-378F-98F1-220C8833D16E}"/>
          </ac:spMkLst>
        </pc:spChg>
        <pc:spChg chg="add mod">
          <ac:chgData name="Romano, M. Carmen" userId="aa8fdb40-17a6-4858-bc4e-f32e31186fd2" providerId="ADAL" clId="{79A8F696-C02D-1741-A5FA-6C4F68288B9E}" dt="2025-04-02T05:51:23.201" v="6230" actId="207"/>
          <ac:spMkLst>
            <pc:docMk/>
            <pc:sldMk cId="1641315490" sldId="274"/>
            <ac:spMk id="4" creationId="{6C2B6B1A-BE16-4DCF-6FDB-F45BA5D80690}"/>
          </ac:spMkLst>
        </pc:spChg>
      </pc:sldChg>
      <pc:sldChg chg="modSp new mod modAnim">
        <pc:chgData name="Romano, M. Carmen" userId="aa8fdb40-17a6-4858-bc4e-f32e31186fd2" providerId="ADAL" clId="{79A8F696-C02D-1741-A5FA-6C4F68288B9E}" dt="2025-04-10T07:02:52.965" v="8115" actId="20577"/>
        <pc:sldMkLst>
          <pc:docMk/>
          <pc:sldMk cId="777188673" sldId="275"/>
        </pc:sldMkLst>
        <pc:spChg chg="mod">
          <ac:chgData name="Romano, M. Carmen" userId="aa8fdb40-17a6-4858-bc4e-f32e31186fd2" providerId="ADAL" clId="{79A8F696-C02D-1741-A5FA-6C4F68288B9E}" dt="2025-04-01T10:53:38.176" v="6044" actId="207"/>
          <ac:spMkLst>
            <pc:docMk/>
            <pc:sldMk cId="777188673" sldId="275"/>
            <ac:spMk id="2" creationId="{E59C794D-3B64-E189-4630-3669C696AEA6}"/>
          </ac:spMkLst>
        </pc:spChg>
        <pc:spChg chg="mod">
          <ac:chgData name="Romano, M. Carmen" userId="aa8fdb40-17a6-4858-bc4e-f32e31186fd2" providerId="ADAL" clId="{79A8F696-C02D-1741-A5FA-6C4F68288B9E}" dt="2025-04-10T07:02:52.965" v="8115" actId="20577"/>
          <ac:spMkLst>
            <pc:docMk/>
            <pc:sldMk cId="777188673" sldId="275"/>
            <ac:spMk id="3" creationId="{B3E206A4-E443-7E8A-3D32-844C8C73B706}"/>
          </ac:spMkLst>
        </pc:spChg>
      </pc:sldChg>
      <pc:sldChg chg="addSp delSp modSp new mod">
        <pc:chgData name="Romano, M. Carmen" userId="aa8fdb40-17a6-4858-bc4e-f32e31186fd2" providerId="ADAL" clId="{79A8F696-C02D-1741-A5FA-6C4F68288B9E}" dt="2025-04-02T06:36:56.461" v="7002" actId="164"/>
        <pc:sldMkLst>
          <pc:docMk/>
          <pc:sldMk cId="2676590085" sldId="276"/>
        </pc:sldMkLst>
        <pc:spChg chg="mod">
          <ac:chgData name="Romano, M. Carmen" userId="aa8fdb40-17a6-4858-bc4e-f32e31186fd2" providerId="ADAL" clId="{79A8F696-C02D-1741-A5FA-6C4F68288B9E}" dt="2025-04-02T06:30:37.620" v="6970" actId="207"/>
          <ac:spMkLst>
            <pc:docMk/>
            <pc:sldMk cId="2676590085" sldId="276"/>
            <ac:spMk id="3" creationId="{DF2FD676-61BD-DFA7-39E5-3C99C2BE3330}"/>
          </ac:spMkLst>
        </pc:spChg>
        <pc:spChg chg="add mod">
          <ac:chgData name="Romano, M. Carmen" userId="aa8fdb40-17a6-4858-bc4e-f32e31186fd2" providerId="ADAL" clId="{79A8F696-C02D-1741-A5FA-6C4F68288B9E}" dt="2025-04-02T06:36:56.461" v="7002" actId="164"/>
          <ac:spMkLst>
            <pc:docMk/>
            <pc:sldMk cId="2676590085" sldId="276"/>
            <ac:spMk id="5" creationId="{6EAB532A-A840-5077-5A0C-43CF5FF760EF}"/>
          </ac:spMkLst>
        </pc:spChg>
        <pc:spChg chg="add mod">
          <ac:chgData name="Romano, M. Carmen" userId="aa8fdb40-17a6-4858-bc4e-f32e31186fd2" providerId="ADAL" clId="{79A8F696-C02D-1741-A5FA-6C4F68288B9E}" dt="2025-04-02T06:36:56.461" v="7002" actId="164"/>
          <ac:spMkLst>
            <pc:docMk/>
            <pc:sldMk cId="2676590085" sldId="276"/>
            <ac:spMk id="6" creationId="{4F62C03B-F1EE-CFE8-F246-5E587995ABF9}"/>
          </ac:spMkLst>
        </pc:spChg>
        <pc:spChg chg="add mod">
          <ac:chgData name="Romano, M. Carmen" userId="aa8fdb40-17a6-4858-bc4e-f32e31186fd2" providerId="ADAL" clId="{79A8F696-C02D-1741-A5FA-6C4F68288B9E}" dt="2025-04-02T06:36:56.461" v="7002" actId="164"/>
          <ac:spMkLst>
            <pc:docMk/>
            <pc:sldMk cId="2676590085" sldId="276"/>
            <ac:spMk id="7" creationId="{074E495A-C591-B264-1247-03327471ED8A}"/>
          </ac:spMkLst>
        </pc:spChg>
        <pc:grpChg chg="add mod">
          <ac:chgData name="Romano, M. Carmen" userId="aa8fdb40-17a6-4858-bc4e-f32e31186fd2" providerId="ADAL" clId="{79A8F696-C02D-1741-A5FA-6C4F68288B9E}" dt="2025-04-02T06:36:56.461" v="7002" actId="164"/>
          <ac:grpSpMkLst>
            <pc:docMk/>
            <pc:sldMk cId="2676590085" sldId="276"/>
            <ac:grpSpMk id="8" creationId="{F89B8028-7BB8-8B9E-3A0C-7FC623E52FB1}"/>
          </ac:grpSpMkLst>
        </pc:grpChg>
        <pc:picChg chg="add mod">
          <ac:chgData name="Romano, M. Carmen" userId="aa8fdb40-17a6-4858-bc4e-f32e31186fd2" providerId="ADAL" clId="{79A8F696-C02D-1741-A5FA-6C4F68288B9E}" dt="2025-04-02T06:36:56.461" v="7002" actId="164"/>
          <ac:picMkLst>
            <pc:docMk/>
            <pc:sldMk cId="2676590085" sldId="276"/>
            <ac:picMk id="4" creationId="{E16D4C4C-4059-249A-27D9-06C0F671DCB3}"/>
          </ac:picMkLst>
        </pc:picChg>
      </pc:sldChg>
      <pc:sldChg chg="addSp modSp add mod">
        <pc:chgData name="Romano, M. Carmen" userId="aa8fdb40-17a6-4858-bc4e-f32e31186fd2" providerId="ADAL" clId="{79A8F696-C02D-1741-A5FA-6C4F68288B9E}" dt="2025-04-02T06:37:16.194" v="7011" actId="1037"/>
        <pc:sldMkLst>
          <pc:docMk/>
          <pc:sldMk cId="3848844768" sldId="277"/>
        </pc:sldMkLst>
        <pc:spChg chg="mod">
          <ac:chgData name="Romano, M. Carmen" userId="aa8fdb40-17a6-4858-bc4e-f32e31186fd2" providerId="ADAL" clId="{79A8F696-C02D-1741-A5FA-6C4F68288B9E}" dt="2025-04-02T06:30:58.698" v="6972" actId="207"/>
          <ac:spMkLst>
            <pc:docMk/>
            <pc:sldMk cId="3848844768" sldId="277"/>
            <ac:spMk id="3" creationId="{39C21672-C75B-0862-78DE-D8B1E2421D26}"/>
          </ac:spMkLst>
        </pc:spChg>
        <pc:spChg chg="add mod">
          <ac:chgData name="Romano, M. Carmen" userId="aa8fdb40-17a6-4858-bc4e-f32e31186fd2" providerId="ADAL" clId="{79A8F696-C02D-1741-A5FA-6C4F68288B9E}" dt="2025-04-02T06:37:16.194" v="7011" actId="1037"/>
          <ac:spMkLst>
            <pc:docMk/>
            <pc:sldMk cId="3848844768" sldId="277"/>
            <ac:spMk id="4" creationId="{5C8B80F8-61DD-315B-6BA9-18130E46D850}"/>
          </ac:spMkLst>
        </pc:spChg>
        <pc:picChg chg="add mod">
          <ac:chgData name="Romano, M. Carmen" userId="aa8fdb40-17a6-4858-bc4e-f32e31186fd2" providerId="ADAL" clId="{79A8F696-C02D-1741-A5FA-6C4F68288B9E}" dt="2025-04-02T06:32:58.349" v="6978" actId="1076"/>
          <ac:picMkLst>
            <pc:docMk/>
            <pc:sldMk cId="3848844768" sldId="277"/>
            <ac:picMk id="2" creationId="{4915FD8D-0991-7644-EFF9-86B5BB42F7A0}"/>
          </ac:picMkLst>
        </pc:picChg>
      </pc:sldChg>
      <pc:sldChg chg="addSp delSp modSp new mod modAnim">
        <pc:chgData name="Romano, M. Carmen" userId="aa8fdb40-17a6-4858-bc4e-f32e31186fd2" providerId="ADAL" clId="{79A8F696-C02D-1741-A5FA-6C4F68288B9E}" dt="2025-04-02T07:33:18.916" v="7597"/>
        <pc:sldMkLst>
          <pc:docMk/>
          <pc:sldMk cId="2007580915" sldId="278"/>
        </pc:sldMkLst>
        <pc:spChg chg="mod">
          <ac:chgData name="Romano, M. Carmen" userId="aa8fdb40-17a6-4858-bc4e-f32e31186fd2" providerId="ADAL" clId="{79A8F696-C02D-1741-A5FA-6C4F68288B9E}" dt="2025-04-02T07:32:05.011" v="7589" actId="14100"/>
          <ac:spMkLst>
            <pc:docMk/>
            <pc:sldMk cId="2007580915" sldId="278"/>
            <ac:spMk id="3" creationId="{761B68AC-A6A4-7EF1-34C8-049E30CDB87B}"/>
          </ac:spMkLst>
        </pc:spChg>
        <pc:spChg chg="add mod">
          <ac:chgData name="Romano, M. Carmen" userId="aa8fdb40-17a6-4858-bc4e-f32e31186fd2" providerId="ADAL" clId="{79A8F696-C02D-1741-A5FA-6C4F68288B9E}" dt="2025-04-02T07:32:39.243" v="7593" actId="1076"/>
          <ac:spMkLst>
            <pc:docMk/>
            <pc:sldMk cId="2007580915" sldId="278"/>
            <ac:spMk id="4" creationId="{5F326682-7BF1-E729-3B2E-F10F0EEEA528}"/>
          </ac:spMkLst>
        </pc:spChg>
        <pc:spChg chg="mod">
          <ac:chgData name="Romano, M. Carmen" userId="aa8fdb40-17a6-4858-bc4e-f32e31186fd2" providerId="ADAL" clId="{79A8F696-C02D-1741-A5FA-6C4F68288B9E}" dt="2025-04-02T07:28:34.317" v="7457" actId="1076"/>
          <ac:spMkLst>
            <pc:docMk/>
            <pc:sldMk cId="2007580915" sldId="278"/>
            <ac:spMk id="7" creationId="{44A904B6-CE53-A574-D33F-3EEAE4B24F81}"/>
          </ac:spMkLst>
        </pc:spChg>
        <pc:spChg chg="add mod">
          <ac:chgData name="Romano, M. Carmen" userId="aa8fdb40-17a6-4858-bc4e-f32e31186fd2" providerId="ADAL" clId="{79A8F696-C02D-1741-A5FA-6C4F68288B9E}" dt="2025-04-02T07:30:08.449" v="7488" actId="164"/>
          <ac:spMkLst>
            <pc:docMk/>
            <pc:sldMk cId="2007580915" sldId="278"/>
            <ac:spMk id="8" creationId="{D0ACF37A-218C-5840-E457-2510D8A78F76}"/>
          </ac:spMkLst>
        </pc:spChg>
        <pc:spChg chg="add mod">
          <ac:chgData name="Romano, M. Carmen" userId="aa8fdb40-17a6-4858-bc4e-f32e31186fd2" providerId="ADAL" clId="{79A8F696-C02D-1741-A5FA-6C4F68288B9E}" dt="2025-04-02T07:32:30.321" v="7592" actId="207"/>
          <ac:spMkLst>
            <pc:docMk/>
            <pc:sldMk cId="2007580915" sldId="278"/>
            <ac:spMk id="10" creationId="{F5F84FDA-5572-7187-D5FF-71F6ECA05B30}"/>
          </ac:spMkLst>
        </pc:spChg>
        <pc:grpChg chg="add mod">
          <ac:chgData name="Romano, M. Carmen" userId="aa8fdb40-17a6-4858-bc4e-f32e31186fd2" providerId="ADAL" clId="{79A8F696-C02D-1741-A5FA-6C4F68288B9E}" dt="2025-04-02T07:30:08.449" v="7488" actId="164"/>
          <ac:grpSpMkLst>
            <pc:docMk/>
            <pc:sldMk cId="2007580915" sldId="278"/>
            <ac:grpSpMk id="5" creationId="{3ECCD08C-AA05-81BD-F37D-E3CB0A99F7F4}"/>
          </ac:grpSpMkLst>
        </pc:grpChg>
        <pc:grpChg chg="add mod">
          <ac:chgData name="Romano, M. Carmen" userId="aa8fdb40-17a6-4858-bc4e-f32e31186fd2" providerId="ADAL" clId="{79A8F696-C02D-1741-A5FA-6C4F68288B9E}" dt="2025-04-02T07:30:08.449" v="7488" actId="164"/>
          <ac:grpSpMkLst>
            <pc:docMk/>
            <pc:sldMk cId="2007580915" sldId="278"/>
            <ac:grpSpMk id="9" creationId="{A2341B79-15B6-2E02-F99E-C1BAB5DB6865}"/>
          </ac:grpSpMkLst>
        </pc:grpChg>
        <pc:picChg chg="mod">
          <ac:chgData name="Romano, M. Carmen" userId="aa8fdb40-17a6-4858-bc4e-f32e31186fd2" providerId="ADAL" clId="{79A8F696-C02D-1741-A5FA-6C4F68288B9E}" dt="2025-04-02T07:28:34.317" v="7457" actId="1076"/>
          <ac:picMkLst>
            <pc:docMk/>
            <pc:sldMk cId="2007580915" sldId="278"/>
            <ac:picMk id="6" creationId="{164589E6-BAF7-AA61-162B-6A0264DDD89F}"/>
          </ac:picMkLst>
        </pc:picChg>
      </pc:sldChg>
      <pc:sldChg chg="addSp modSp add mod">
        <pc:chgData name="Romano, M. Carmen" userId="aa8fdb40-17a6-4858-bc4e-f32e31186fd2" providerId="ADAL" clId="{79A8F696-C02D-1741-A5FA-6C4F68288B9E}" dt="2025-04-02T06:44:45.472" v="7109" actId="14100"/>
        <pc:sldMkLst>
          <pc:docMk/>
          <pc:sldMk cId="840167721" sldId="279"/>
        </pc:sldMkLst>
        <pc:spChg chg="mod">
          <ac:chgData name="Romano, M. Carmen" userId="aa8fdb40-17a6-4858-bc4e-f32e31186fd2" providerId="ADAL" clId="{79A8F696-C02D-1741-A5FA-6C4F68288B9E}" dt="2025-04-02T06:42:05.702" v="7068" actId="207"/>
          <ac:spMkLst>
            <pc:docMk/>
            <pc:sldMk cId="840167721" sldId="279"/>
            <ac:spMk id="3" creationId="{60B8B324-4B3E-EC41-D9AA-D43360697D03}"/>
          </ac:spMkLst>
        </pc:spChg>
        <pc:spChg chg="mod">
          <ac:chgData name="Romano, M. Carmen" userId="aa8fdb40-17a6-4858-bc4e-f32e31186fd2" providerId="ADAL" clId="{79A8F696-C02D-1741-A5FA-6C4F68288B9E}" dt="2025-04-02T06:42:33.611" v="7071" actId="16959"/>
          <ac:spMkLst>
            <pc:docMk/>
            <pc:sldMk cId="840167721" sldId="279"/>
            <ac:spMk id="4" creationId="{4E3940B4-30E9-54AD-8DE2-60489C53741B}"/>
          </ac:spMkLst>
        </pc:spChg>
        <pc:spChg chg="add mod">
          <ac:chgData name="Romano, M. Carmen" userId="aa8fdb40-17a6-4858-bc4e-f32e31186fd2" providerId="ADAL" clId="{79A8F696-C02D-1741-A5FA-6C4F68288B9E}" dt="2025-04-02T06:44:45.472" v="7109" actId="14100"/>
          <ac:spMkLst>
            <pc:docMk/>
            <pc:sldMk cId="840167721" sldId="279"/>
            <ac:spMk id="5" creationId="{F429E578-CEAC-36FE-AEE8-D6F4947C34AA}"/>
          </ac:spMkLst>
        </pc:spChg>
        <pc:spChg chg="add mod">
          <ac:chgData name="Romano, M. Carmen" userId="aa8fdb40-17a6-4858-bc4e-f32e31186fd2" providerId="ADAL" clId="{79A8F696-C02D-1741-A5FA-6C4F68288B9E}" dt="2025-04-02T06:44:10.217" v="7098" actId="1038"/>
          <ac:spMkLst>
            <pc:docMk/>
            <pc:sldMk cId="840167721" sldId="279"/>
            <ac:spMk id="6" creationId="{86B98663-6B48-9F19-4B04-03B9CC790EAD}"/>
          </ac:spMkLst>
        </pc:spChg>
      </pc:sldChg>
      <pc:sldChg chg="addSp delSp modSp add mod">
        <pc:chgData name="Romano, M. Carmen" userId="aa8fdb40-17a6-4858-bc4e-f32e31186fd2" providerId="ADAL" clId="{79A8F696-C02D-1741-A5FA-6C4F68288B9E}" dt="2025-04-02T07:52:39.484" v="7709" actId="1036"/>
        <pc:sldMkLst>
          <pc:docMk/>
          <pc:sldMk cId="3028047649" sldId="280"/>
        </pc:sldMkLst>
        <pc:spChg chg="mod">
          <ac:chgData name="Romano, M. Carmen" userId="aa8fdb40-17a6-4858-bc4e-f32e31186fd2" providerId="ADAL" clId="{79A8F696-C02D-1741-A5FA-6C4F68288B9E}" dt="2025-04-02T07:34:17.137" v="7602" actId="20577"/>
          <ac:spMkLst>
            <pc:docMk/>
            <pc:sldMk cId="3028047649" sldId="280"/>
            <ac:spMk id="3" creationId="{8628D59A-192A-DABE-FECE-229B59D60418}"/>
          </ac:spMkLst>
        </pc:spChg>
        <pc:spChg chg="add mod">
          <ac:chgData name="Romano, M. Carmen" userId="aa8fdb40-17a6-4858-bc4e-f32e31186fd2" providerId="ADAL" clId="{79A8F696-C02D-1741-A5FA-6C4F68288B9E}" dt="2025-04-02T07:51:51.787" v="7629" actId="1038"/>
          <ac:spMkLst>
            <pc:docMk/>
            <pc:sldMk cId="3028047649" sldId="280"/>
            <ac:spMk id="12" creationId="{18361BD9-C2CB-3F4D-FC12-F9A5C4D2FA0C}"/>
          </ac:spMkLst>
        </pc:spChg>
        <pc:spChg chg="add mod">
          <ac:chgData name="Romano, M. Carmen" userId="aa8fdb40-17a6-4858-bc4e-f32e31186fd2" providerId="ADAL" clId="{79A8F696-C02D-1741-A5FA-6C4F68288B9E}" dt="2025-04-02T07:52:13.716" v="7666" actId="1038"/>
          <ac:spMkLst>
            <pc:docMk/>
            <pc:sldMk cId="3028047649" sldId="280"/>
            <ac:spMk id="13" creationId="{99FF06A4-D855-59F7-4DAB-514C7AFE5FC4}"/>
          </ac:spMkLst>
        </pc:spChg>
        <pc:spChg chg="add mod">
          <ac:chgData name="Romano, M. Carmen" userId="aa8fdb40-17a6-4858-bc4e-f32e31186fd2" providerId="ADAL" clId="{79A8F696-C02D-1741-A5FA-6C4F68288B9E}" dt="2025-04-02T07:52:39.484" v="7709" actId="1036"/>
          <ac:spMkLst>
            <pc:docMk/>
            <pc:sldMk cId="3028047649" sldId="280"/>
            <ac:spMk id="14" creationId="{804B1B3F-E750-392A-E74A-E0D9137CF98E}"/>
          </ac:spMkLst>
        </pc:spChg>
        <pc:picChg chg="add mod">
          <ac:chgData name="Romano, M. Carmen" userId="aa8fdb40-17a6-4858-bc4e-f32e31186fd2" providerId="ADAL" clId="{79A8F696-C02D-1741-A5FA-6C4F68288B9E}" dt="2025-04-02T07:50:28.214" v="7614" actId="1076"/>
          <ac:picMkLst>
            <pc:docMk/>
            <pc:sldMk cId="3028047649" sldId="280"/>
            <ac:picMk id="11" creationId="{A8A66715-F65B-1397-7ACD-44E39710B57F}"/>
          </ac:picMkLst>
        </pc:picChg>
      </pc:sldChg>
      <pc:sldChg chg="addSp delSp modSp add mod">
        <pc:chgData name="Romano, M. Carmen" userId="aa8fdb40-17a6-4858-bc4e-f32e31186fd2" providerId="ADAL" clId="{79A8F696-C02D-1741-A5FA-6C4F68288B9E}" dt="2025-04-07T06:16:12.218" v="8094" actId="164"/>
        <pc:sldMkLst>
          <pc:docMk/>
          <pc:sldMk cId="639485659" sldId="281"/>
        </pc:sldMkLst>
        <pc:spChg chg="add mod">
          <ac:chgData name="Romano, M. Carmen" userId="aa8fdb40-17a6-4858-bc4e-f32e31186fd2" providerId="ADAL" clId="{79A8F696-C02D-1741-A5FA-6C4F68288B9E}" dt="2025-04-07T06:16:12.218" v="8094" actId="164"/>
          <ac:spMkLst>
            <pc:docMk/>
            <pc:sldMk cId="639485659" sldId="281"/>
            <ac:spMk id="2" creationId="{A9213C1E-8D19-EBD2-604A-82A4CC6DCCBF}"/>
          </ac:spMkLst>
        </pc:spChg>
        <pc:spChg chg="mod">
          <ac:chgData name="Romano, M. Carmen" userId="aa8fdb40-17a6-4858-bc4e-f32e31186fd2" providerId="ADAL" clId="{79A8F696-C02D-1741-A5FA-6C4F68288B9E}" dt="2025-04-07T06:16:12.218" v="8094" actId="164"/>
          <ac:spMkLst>
            <pc:docMk/>
            <pc:sldMk cId="639485659" sldId="281"/>
            <ac:spMk id="12" creationId="{E0FA531F-0ABF-34B9-4F15-5285B2774BBE}"/>
          </ac:spMkLst>
        </pc:spChg>
        <pc:spChg chg="mod">
          <ac:chgData name="Romano, M. Carmen" userId="aa8fdb40-17a6-4858-bc4e-f32e31186fd2" providerId="ADAL" clId="{79A8F696-C02D-1741-A5FA-6C4F68288B9E}" dt="2025-04-07T06:16:12.218" v="8094" actId="164"/>
          <ac:spMkLst>
            <pc:docMk/>
            <pc:sldMk cId="639485659" sldId="281"/>
            <ac:spMk id="13" creationId="{70FEC361-9BE1-1958-23D8-6F6669A3870A}"/>
          </ac:spMkLst>
        </pc:spChg>
        <pc:grpChg chg="add mod">
          <ac:chgData name="Romano, M. Carmen" userId="aa8fdb40-17a6-4858-bc4e-f32e31186fd2" providerId="ADAL" clId="{79A8F696-C02D-1741-A5FA-6C4F68288B9E}" dt="2025-04-07T06:16:12.218" v="8094" actId="164"/>
          <ac:grpSpMkLst>
            <pc:docMk/>
            <pc:sldMk cId="639485659" sldId="281"/>
            <ac:grpSpMk id="4" creationId="{49AE6BD0-2AA5-3CAA-2B5C-7BBD170D2F74}"/>
          </ac:grpSpMkLst>
        </pc:grpChg>
        <pc:picChg chg="mod">
          <ac:chgData name="Romano, M. Carmen" userId="aa8fdb40-17a6-4858-bc4e-f32e31186fd2" providerId="ADAL" clId="{79A8F696-C02D-1741-A5FA-6C4F68288B9E}" dt="2025-04-07T06:16:12.218" v="8094" actId="164"/>
          <ac:picMkLst>
            <pc:docMk/>
            <pc:sldMk cId="639485659" sldId="281"/>
            <ac:picMk id="11" creationId="{6B4ACD24-006F-A0BF-DBE9-8DFD5AE6EAF9}"/>
          </ac:picMkLst>
        </pc:picChg>
      </pc:sldChg>
      <pc:sldChg chg="addSp delSp modSp add mod modAnim">
        <pc:chgData name="Romano, M. Carmen" userId="aa8fdb40-17a6-4858-bc4e-f32e31186fd2" providerId="ADAL" clId="{79A8F696-C02D-1741-A5FA-6C4F68288B9E}" dt="2025-04-02T08:01:39.332" v="8073"/>
        <pc:sldMkLst>
          <pc:docMk/>
          <pc:sldMk cId="2949524293" sldId="282"/>
        </pc:sldMkLst>
        <pc:spChg chg="mod">
          <ac:chgData name="Romano, M. Carmen" userId="aa8fdb40-17a6-4858-bc4e-f32e31186fd2" providerId="ADAL" clId="{79A8F696-C02D-1741-A5FA-6C4F68288B9E}" dt="2025-04-02T07:57:07.665" v="7775" actId="20577"/>
          <ac:spMkLst>
            <pc:docMk/>
            <pc:sldMk cId="2949524293" sldId="282"/>
            <ac:spMk id="3" creationId="{8A7EC6BF-9976-38FF-6BBE-BBFD61AA5CFB}"/>
          </ac:spMkLst>
        </pc:spChg>
        <pc:spChg chg="mod">
          <ac:chgData name="Romano, M. Carmen" userId="aa8fdb40-17a6-4858-bc4e-f32e31186fd2" providerId="ADAL" clId="{79A8F696-C02D-1741-A5FA-6C4F68288B9E}" dt="2025-04-02T07:58:06.942" v="7882" actId="20577"/>
          <ac:spMkLst>
            <pc:docMk/>
            <pc:sldMk cId="2949524293" sldId="282"/>
            <ac:spMk id="5" creationId="{C630E26E-3BA5-D6BD-DC52-7D735DA42574}"/>
          </ac:spMkLst>
        </pc:spChg>
        <pc:spChg chg="mod">
          <ac:chgData name="Romano, M. Carmen" userId="aa8fdb40-17a6-4858-bc4e-f32e31186fd2" providerId="ADAL" clId="{79A8F696-C02D-1741-A5FA-6C4F68288B9E}" dt="2025-04-02T07:58:21.162" v="7891" actId="20577"/>
          <ac:spMkLst>
            <pc:docMk/>
            <pc:sldMk cId="2949524293" sldId="282"/>
            <ac:spMk id="6" creationId="{2C4C4B82-A057-ABF1-C82A-D446051F3752}"/>
          </ac:spMkLst>
        </pc:spChg>
        <pc:spChg chg="add mod">
          <ac:chgData name="Romano, M. Carmen" userId="aa8fdb40-17a6-4858-bc4e-f32e31186fd2" providerId="ADAL" clId="{79A8F696-C02D-1741-A5FA-6C4F68288B9E}" dt="2025-04-02T08:01:26.489" v="8072" actId="207"/>
          <ac:spMkLst>
            <pc:docMk/>
            <pc:sldMk cId="2949524293" sldId="282"/>
            <ac:spMk id="8" creationId="{C655C87C-D78D-910F-14D6-BBF7C6F3F4E9}"/>
          </ac:spMkLst>
        </pc:spChg>
        <pc:picChg chg="add mod">
          <ac:chgData name="Romano, M. Carmen" userId="aa8fdb40-17a6-4858-bc4e-f32e31186fd2" providerId="ADAL" clId="{79A8F696-C02D-1741-A5FA-6C4F68288B9E}" dt="2025-04-02T07:57:34.970" v="7805" actId="1037"/>
          <ac:picMkLst>
            <pc:docMk/>
            <pc:sldMk cId="2949524293" sldId="282"/>
            <ac:picMk id="7" creationId="{97BC26BB-B11D-1D8D-3093-F918CAB5453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0BC5-F6C4-5565-FAB2-CD906330D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B95DA-B343-CAAC-4021-EE7A08847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A03BF-3B82-2D50-2B53-F66AE2F0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DA520-92FC-9E4E-2297-D44E4DF9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919F6-8A61-68E9-2B35-6D3FDE61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1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5F36-4736-C607-88B6-AF1FB9A3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0D3CA-8515-2DAD-6737-3D701C6C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905B6-B328-0235-A075-EDF31C31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B9EAE-03F9-81F9-34B5-A816C32B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2BF6D-61EA-C8E0-9D8D-B319AE86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B2F5-5C5D-1529-FE3B-E5D3F673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906D-7995-DA9F-783D-D998E4A4F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4AD4F-45A4-D483-AB57-E657A64D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A0E1C-0275-F28D-B9BD-F539351D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F6A13-DC7B-16D9-0E0D-7F51600C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5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04B4-48CF-3666-C12C-914EF253F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F5EA-0988-D1BD-4D0B-52597B025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DE963-6A98-E2AF-D054-B359DC1E5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BD750-8FC0-C985-AE4A-EA678AD2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2070F-6200-BD9C-19B8-EB1E41CB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1938F-C08D-F2B7-4141-762A139F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5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14FB-D343-A8D9-3D4D-31F8A0AE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3A4D5-4F28-CCED-B64B-F584DD92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B4749-03E7-5EA1-815F-39F8FC111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810A3-369F-DAC2-863D-81A5C0BDD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8F862-8BCB-8015-72B0-ED0E800AB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8EDFC-3E3B-7CFA-2B17-177E3178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A61E7-76BE-FEED-667C-4AE3C2C2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DF20B-39F5-FD77-20D8-FB69F89D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4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A361-561A-A750-19CB-E9C0A569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C69AA-AF9E-5E1B-1F2D-236987B11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5B37D-71BD-F258-19F8-1EC0A766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5718B-113F-EF5E-B7C2-336A0848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4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A0CB1-843A-A253-2003-2A77093E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92BA6-C425-9FBD-470C-314BC6FC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970E9-D903-D4CC-1CE8-CE489EB2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6F92-5F56-325D-DE2A-0DE72557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45EE-EB7F-716A-82D0-B2BBFE18F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D25A4-66F6-E998-3BF7-5B997BF03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E3653-96B1-D1F8-5B9F-8BF4D35C8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E8123-8A81-E640-150B-3AD8A842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AD8DB-C305-68D1-125D-19A5425F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0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5C4F-7F42-B933-49E5-8D510A61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9D4ED-4918-8A83-3237-019D740FD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D23AA-BB18-6423-9798-4874BD73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ECFA9-1795-F374-8109-9EE9E2D9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586EE-DD07-7ED4-6D01-628CE0F7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FED02-B143-7B44-F734-B1F42DD3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4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A6D9-FAD5-11B8-559C-CEE20CD8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0C4C6-6692-4815-7056-FD76EA5ED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34AF2-4062-E202-40EF-0B90C140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8EEC8-D3FA-40AA-3105-573C9EA6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0020-ECEE-FC64-609A-949D2605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5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5D0AD-7841-EBB5-7FD6-3B3728AD5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5B7AF-D9E3-2D48-4F57-18E822487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38DCF-5990-5446-DE38-E00AE636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92ADF-3D00-BA80-E8E8-4F1DA691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06724-CE9C-598F-1610-D4A13551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4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4AD777-2BEC-01DE-05A9-86809141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8882E-6F73-DBE1-5197-8B28E7290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C7D66-1C53-6224-9924-054D7AA8A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E8621-757C-504B-A6A8-E93D0EBD81F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0F337-2BE9-1F86-3302-D6CA3FB50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9B268-C719-48A6-31C9-B4C85B01A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74B8D-1BD6-884B-BB55-244E6AB4E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6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7184-FBA2-DB43-F6E9-2850BD7FB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61412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BF2F-A8E7-A4A5-156A-04526F6D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E21ED-BD1F-1A40-8FCE-2942F95E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Descriptive</a:t>
            </a:r>
            <a:r>
              <a:rPr lang="en-US" dirty="0"/>
              <a:t> statistics: conclusions valid for a specific sample.</a:t>
            </a:r>
          </a:p>
          <a:p>
            <a:r>
              <a:rPr lang="en-US" dirty="0">
                <a:solidFill>
                  <a:srgbClr val="00B050"/>
                </a:solidFill>
              </a:rPr>
              <a:t>Inferential</a:t>
            </a:r>
            <a:r>
              <a:rPr lang="en-US" dirty="0"/>
              <a:t> statistics: make conclusions about the population from the sample.</a:t>
            </a:r>
          </a:p>
          <a:p>
            <a:r>
              <a:rPr lang="en-US" dirty="0"/>
              <a:t>The sample must be representative.</a:t>
            </a:r>
          </a:p>
          <a:p>
            <a:r>
              <a:rPr lang="en-US" dirty="0"/>
              <a:t>Focus on </a:t>
            </a:r>
            <a:r>
              <a:rPr lang="en-US" dirty="0">
                <a:solidFill>
                  <a:srgbClr val="FFC000"/>
                </a:solidFill>
              </a:rPr>
              <a:t>simple random samples</a:t>
            </a:r>
            <a:r>
              <a:rPr lang="en-US" dirty="0"/>
              <a:t>: each member of the population has the same probability of being selected in the sample.</a:t>
            </a:r>
          </a:p>
        </p:txBody>
      </p:sp>
    </p:spTree>
    <p:extLst>
      <p:ext uri="{BB962C8B-B14F-4D97-AF65-F5344CB8AC3E}">
        <p14:creationId xmlns:p14="http://schemas.microsoft.com/office/powerpoint/2010/main" val="48759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7291-348A-AA24-558D-3C89BC0E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89952-CF96-2A1C-65F4-74651A07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 </a:t>
            </a:r>
            <a:r>
              <a:rPr lang="en-US" dirty="0">
                <a:solidFill>
                  <a:srgbClr val="00B0F0"/>
                </a:solidFill>
              </a:rPr>
              <a:t>parameters </a:t>
            </a:r>
            <a:r>
              <a:rPr lang="en-US" dirty="0" err="1">
                <a:solidFill>
                  <a:srgbClr val="00B0F0"/>
                </a:solidFill>
              </a:rPr>
              <a:t>characterising</a:t>
            </a:r>
            <a:r>
              <a:rPr lang="en-US" dirty="0">
                <a:solidFill>
                  <a:srgbClr val="00B0F0"/>
                </a:solidFill>
              </a:rPr>
              <a:t> the population</a:t>
            </a:r>
            <a:r>
              <a:rPr lang="en-US" dirty="0"/>
              <a:t>: e.g. mean, standard deviation.</a:t>
            </a:r>
          </a:p>
          <a:p>
            <a:r>
              <a:rPr lang="en-US" dirty="0"/>
              <a:t>We estimate those parameters by using </a:t>
            </a:r>
            <a:r>
              <a:rPr lang="en-US" dirty="0">
                <a:solidFill>
                  <a:srgbClr val="00B050"/>
                </a:solidFill>
              </a:rPr>
              <a:t>sample estimates</a:t>
            </a:r>
            <a:r>
              <a:rPr lang="en-US" dirty="0"/>
              <a:t>.</a:t>
            </a:r>
          </a:p>
          <a:p>
            <a:r>
              <a:rPr lang="en-US" dirty="0"/>
              <a:t>Statistical inference provides the </a:t>
            </a:r>
            <a:r>
              <a:rPr lang="en-US" dirty="0">
                <a:solidFill>
                  <a:srgbClr val="FFC000"/>
                </a:solidFill>
              </a:rPr>
              <a:t>estimated value </a:t>
            </a:r>
            <a:r>
              <a:rPr lang="en-US" dirty="0"/>
              <a:t>of the parameter(s) </a:t>
            </a:r>
            <a:r>
              <a:rPr lang="en-US" b="1" dirty="0"/>
              <a:t>and</a:t>
            </a:r>
            <a:r>
              <a:rPr lang="en-US" dirty="0"/>
              <a:t> their </a:t>
            </a:r>
            <a:r>
              <a:rPr lang="en-US" dirty="0">
                <a:solidFill>
                  <a:srgbClr val="FFC000"/>
                </a:solidFill>
              </a:rPr>
              <a:t>precision of estimation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63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6AFE-3BAD-1F78-A252-E379C4EA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vs non-parametric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4114-44C5-EEA2-AE48-FF82FF7EA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>
                <a:solidFill>
                  <a:srgbClr val="00B050"/>
                </a:solidFill>
              </a:rPr>
              <a:t>parametric</a:t>
            </a:r>
            <a:r>
              <a:rPr lang="en-US" dirty="0"/>
              <a:t> estimation problems, we </a:t>
            </a:r>
            <a:r>
              <a:rPr lang="en-US" dirty="0">
                <a:solidFill>
                  <a:srgbClr val="00B050"/>
                </a:solidFill>
              </a:rPr>
              <a:t>make an assumption about the distribution of the population </a:t>
            </a:r>
            <a:r>
              <a:rPr lang="en-US" dirty="0"/>
              <a:t>(e.g. normal distribution).</a:t>
            </a:r>
          </a:p>
          <a:p>
            <a:r>
              <a:rPr lang="en-US" dirty="0"/>
              <a:t>Otherwise, we talk about a non-parametric estimation problem. </a:t>
            </a:r>
          </a:p>
        </p:txBody>
      </p:sp>
    </p:spTree>
    <p:extLst>
      <p:ext uri="{BB962C8B-B14F-4D97-AF65-F5344CB8AC3E}">
        <p14:creationId xmlns:p14="http://schemas.microsoft.com/office/powerpoint/2010/main" val="227218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3AA0-75C6-CC26-76EB-EFB81BD9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0D6D4D-8AFA-695A-FC69-91A2BFBD9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</a:t>
                </a:r>
                <a:r>
                  <a:rPr lang="en-US" dirty="0">
                    <a:solidFill>
                      <a:srgbClr val="00B050"/>
                    </a:solidFill>
                  </a:rPr>
                  <a:t>assume a specific distribution </a:t>
                </a:r>
                <a:r>
                  <a:rPr lang="en-US" dirty="0"/>
                  <a:t>for the population, e.g.,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endParaRPr lang="en-GB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 parameters </a:t>
                </a:r>
                <a:r>
                  <a:rPr lang="en-US" dirty="0" err="1"/>
                  <a:t>characterising</a:t>
                </a:r>
                <a:r>
                  <a:rPr lang="en-US" dirty="0"/>
                  <a:t> the distribution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How can we estimate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given a specific sample?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0D6D4D-8AFA-695A-FC69-91A2BFBD9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55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62FD-67AB-A3A9-DCE4-2956B99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A0CED-2050-311C-3402-6B5F970C24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2861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random variable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random sample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a function of random variables is also a random variable itself. This is called </a:t>
                </a:r>
                <a:r>
                  <a:rPr lang="en-US" dirty="0">
                    <a:solidFill>
                      <a:srgbClr val="FF0000"/>
                    </a:solidFill>
                  </a:rPr>
                  <a:t>statistic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We use the statistic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estimate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of the population. </a:t>
                </a:r>
              </a:p>
              <a:p>
                <a:pPr marL="0" indent="0">
                  <a:buNone/>
                </a:pPr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estimated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based on the sample.</a:t>
                </a:r>
              </a:p>
              <a:p>
                <a:pPr marL="0" indent="0">
                  <a:buNone/>
                </a:pPr>
                <a:r>
                  <a:rPr lang="en-US" dirty="0"/>
                  <a:t>Notice: </a:t>
                </a:r>
                <a:r>
                  <a:rPr lang="en-US" dirty="0">
                    <a:solidFill>
                      <a:srgbClr val="00B050"/>
                    </a:solidFill>
                  </a:rPr>
                  <a:t>each sample leads to a different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A0CED-2050-311C-3402-6B5F970C24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2861"/>
                <a:ext cx="10515600" cy="4351338"/>
              </a:xfrm>
              <a:blipFill>
                <a:blip r:embed="rId2"/>
                <a:stretch>
                  <a:fillRect l="-120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76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3661-4244-8C4F-1EE3-5B322AAD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of estimators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D8EB72-7EC0-6EFF-3CBD-52EFF291E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9746"/>
            <a:ext cx="5138420" cy="666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CED375-7F92-6228-AE96-96994EE0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85047"/>
            <a:ext cx="6667500" cy="92456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F8F1A13-EE20-B9AF-6767-5FD44CC0C068}"/>
              </a:ext>
            </a:extLst>
          </p:cNvPr>
          <p:cNvGrpSpPr/>
          <p:nvPr/>
        </p:nvGrpSpPr>
        <p:grpSpPr>
          <a:xfrm>
            <a:off x="1091165" y="2864702"/>
            <a:ext cx="7130017" cy="1905405"/>
            <a:chOff x="1091165" y="2864702"/>
            <a:chExt cx="7130017" cy="19054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D6D698-7803-D36B-013D-F0E90ADEECA3}"/>
                    </a:ext>
                  </a:extLst>
                </p:cNvPr>
                <p:cNvSpPr txBox="1"/>
                <p:nvPr/>
              </p:nvSpPr>
              <p:spPr>
                <a:xfrm>
                  <a:off x="1091165" y="3488239"/>
                  <a:ext cx="713001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The subindex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dirty="0"/>
                    <a:t> indicates that we calculate the expectation with respect to the distribution whose parameter is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dirty="0"/>
                    <a:t>.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D6D698-7803-D36B-013D-F0E90ADEE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165" y="3488239"/>
                  <a:ext cx="7130017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533"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0A36BB1-FA7D-DD5D-42A6-07EB62CD6C94}"/>
                </a:ext>
              </a:extLst>
            </p:cNvPr>
            <p:cNvCxnSpPr/>
            <p:nvPr/>
          </p:nvCxnSpPr>
          <p:spPr>
            <a:xfrm flipH="1" flipV="1">
              <a:off x="1701209" y="2864702"/>
              <a:ext cx="148856" cy="5103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5940986-35F4-0D1C-4A2D-0FA0091296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3619" y="4250340"/>
              <a:ext cx="233917" cy="5197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169214-48D0-2B72-09C5-F2AA14B09254}"/>
              </a:ext>
            </a:extLst>
          </p:cNvPr>
          <p:cNvSpPr txBox="1"/>
          <p:nvPr/>
        </p:nvSpPr>
        <p:spPr>
          <a:xfrm>
            <a:off x="838200" y="5886019"/>
            <a:ext cx="779360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“Good” estimator: bias and variance as small as possible </a:t>
            </a:r>
          </a:p>
          <a:p>
            <a:r>
              <a:rPr lang="en-US" sz="2400" dirty="0"/>
              <a:t>(but it is not possible to </a:t>
            </a:r>
            <a:r>
              <a:rPr lang="en-US" sz="2400" dirty="0" err="1"/>
              <a:t>minimise</a:t>
            </a:r>
            <a:r>
              <a:rPr lang="en-US" sz="2400" dirty="0"/>
              <a:t> both simultaneously)</a:t>
            </a:r>
          </a:p>
        </p:txBody>
      </p:sp>
    </p:spTree>
    <p:extLst>
      <p:ext uri="{BB962C8B-B14F-4D97-AF65-F5344CB8AC3E}">
        <p14:creationId xmlns:p14="http://schemas.microsoft.com/office/powerpoint/2010/main" val="11528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A576-38BC-A565-4E38-E7AA2D7E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squared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B9CFD-C55F-B6F2-A91A-5973D472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2329"/>
            <a:ext cx="5645150" cy="79121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A5CCE41-1C77-36B2-6A97-F31ED5593CB4}"/>
              </a:ext>
            </a:extLst>
          </p:cNvPr>
          <p:cNvGrpSpPr/>
          <p:nvPr/>
        </p:nvGrpSpPr>
        <p:grpSpPr>
          <a:xfrm>
            <a:off x="838200" y="3216982"/>
            <a:ext cx="7992110" cy="1496430"/>
            <a:chOff x="838200" y="3216982"/>
            <a:chExt cx="7992110" cy="14964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A6C469-5356-6CD5-BAD6-DC07FFEDB96D}"/>
                </a:ext>
              </a:extLst>
            </p:cNvPr>
            <p:cNvSpPr txBox="1"/>
            <p:nvPr/>
          </p:nvSpPr>
          <p:spPr>
            <a:xfrm>
              <a:off x="838200" y="3216982"/>
              <a:ext cx="29375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It can be shown that: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1A99EF0-9D9F-216C-AD0E-BE3F38F7B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735512"/>
              <a:ext cx="7992110" cy="9779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D8FB047-771A-4167-DB66-7063AC1B341F}"/>
              </a:ext>
            </a:extLst>
          </p:cNvPr>
          <p:cNvSpPr txBox="1"/>
          <p:nvPr/>
        </p:nvSpPr>
        <p:spPr>
          <a:xfrm>
            <a:off x="838200" y="473034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Hence, the mean squared error can be used to compare different estimators. The smaller MSE, the better the estimator.</a:t>
            </a:r>
          </a:p>
          <a:p>
            <a:r>
              <a:rPr lang="en-US" sz="2400" dirty="0"/>
              <a:t>Common strategy: </a:t>
            </a:r>
            <a:r>
              <a:rPr lang="en-US" sz="2400" dirty="0">
                <a:solidFill>
                  <a:srgbClr val="FF0000"/>
                </a:solidFill>
              </a:rPr>
              <a:t>choose unbiased estimator and try to </a:t>
            </a:r>
            <a:r>
              <a:rPr lang="en-US" sz="2400" dirty="0" err="1">
                <a:solidFill>
                  <a:srgbClr val="FF0000"/>
                </a:solidFill>
              </a:rPr>
              <a:t>minimise</a:t>
            </a:r>
            <a:r>
              <a:rPr lang="en-US" sz="2400" dirty="0">
                <a:solidFill>
                  <a:srgbClr val="FF0000"/>
                </a:solidFill>
              </a:rPr>
              <a:t> variance.</a:t>
            </a:r>
          </a:p>
        </p:txBody>
      </p:sp>
    </p:spTree>
    <p:extLst>
      <p:ext uri="{BB962C8B-B14F-4D97-AF65-F5344CB8AC3E}">
        <p14:creationId xmlns:p14="http://schemas.microsoft.com/office/powerpoint/2010/main" val="368454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66481C-0602-0EC4-6FD6-4B4BF9DFC1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Estimator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66481C-0602-0EC4-6FD6-4B4BF9DFC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8B143-B638-EFDB-4530-D6A5501CF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577"/>
                <a:ext cx="11049000" cy="1167384"/>
              </a:xfr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arithmetic mean is an unbiased estimator of the expected value,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8B143-B638-EFDB-4530-D6A5501CF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577"/>
                <a:ext cx="11049000" cy="1167384"/>
              </a:xfrm>
              <a:blipFill>
                <a:blip r:embed="rId3"/>
                <a:stretch>
                  <a:fillRect l="-1148" t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0B5042E-86E9-05F3-E996-0AFD06DB061B}"/>
              </a:ext>
            </a:extLst>
          </p:cNvPr>
          <p:cNvGrpSpPr/>
          <p:nvPr/>
        </p:nvGrpSpPr>
        <p:grpSpPr>
          <a:xfrm>
            <a:off x="190131" y="2977116"/>
            <a:ext cx="11811738" cy="3189768"/>
            <a:chOff x="190131" y="2977116"/>
            <a:chExt cx="11811738" cy="31897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B7B379-A699-01B4-C320-754FFB795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131" y="3147238"/>
              <a:ext cx="11811738" cy="301964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D2328D-7A7E-55FD-97AD-6B7C0EACF87B}"/>
                </a:ext>
              </a:extLst>
            </p:cNvPr>
            <p:cNvSpPr txBox="1"/>
            <p:nvPr/>
          </p:nvSpPr>
          <p:spPr>
            <a:xfrm>
              <a:off x="190131" y="2977116"/>
              <a:ext cx="2234092" cy="7230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536AD1-3F02-FDF4-4569-76E1F6D848E3}"/>
                </a:ext>
              </a:extLst>
            </p:cNvPr>
            <p:cNvSpPr txBox="1"/>
            <p:nvPr/>
          </p:nvSpPr>
          <p:spPr>
            <a:xfrm>
              <a:off x="5167423" y="4657061"/>
              <a:ext cx="744279" cy="5103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4C4AC8-FF1F-8E37-08CC-073BB796D678}"/>
              </a:ext>
            </a:extLst>
          </p:cNvPr>
          <p:cNvSpPr txBox="1"/>
          <p:nvPr/>
        </p:nvSpPr>
        <p:spPr>
          <a:xfrm>
            <a:off x="838200" y="4657061"/>
            <a:ext cx="10515600" cy="15098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8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A9EB-943A-D791-247B-C6215055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6B95F6-2BAD-7575-DCCA-506A901F9E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Estimator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66481C-0602-0EC4-6FD6-4B4BF9DFC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95B655-50D0-81A0-C414-B4E2796BD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9732"/>
                <a:ext cx="11049000" cy="1167384"/>
              </a:xfr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arithmetic mean is an unbiased estimator of the expected value,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8B143-B638-EFDB-4530-D6A5501CF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9732"/>
                <a:ext cx="11049000" cy="1167384"/>
              </a:xfrm>
              <a:blipFill>
                <a:blip r:embed="rId3"/>
                <a:stretch>
                  <a:fillRect l="-1148" t="-8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3F7D2CD-7273-2B12-31CF-34A1A5EF90B4}"/>
              </a:ext>
            </a:extLst>
          </p:cNvPr>
          <p:cNvGrpSpPr/>
          <p:nvPr/>
        </p:nvGrpSpPr>
        <p:grpSpPr>
          <a:xfrm>
            <a:off x="190131" y="2977116"/>
            <a:ext cx="11811738" cy="3189768"/>
            <a:chOff x="190131" y="2977116"/>
            <a:chExt cx="11811738" cy="31897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2019D83-7E3D-6FDE-C09B-584BF3B91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131" y="3147238"/>
              <a:ext cx="11811738" cy="301964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02443E-DBA7-A6DD-545E-06F9B0999921}"/>
                </a:ext>
              </a:extLst>
            </p:cNvPr>
            <p:cNvSpPr txBox="1"/>
            <p:nvPr/>
          </p:nvSpPr>
          <p:spPr>
            <a:xfrm>
              <a:off x="190131" y="2977116"/>
              <a:ext cx="2234092" cy="7230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73BF67-9577-5DEB-FB59-4A3C98007AFB}"/>
                </a:ext>
              </a:extLst>
            </p:cNvPr>
            <p:cNvSpPr txBox="1"/>
            <p:nvPr/>
          </p:nvSpPr>
          <p:spPr>
            <a:xfrm>
              <a:off x="5167423" y="4657061"/>
              <a:ext cx="744279" cy="5103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2169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F24B2-5B3F-3D33-4037-51FD45D6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9" y="672315"/>
            <a:ext cx="11779501" cy="307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2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EB0BE2-B04E-4647-2F56-CD5B30DEAF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Estimator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EB0BE2-B04E-4647-2F56-CD5B30DEA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4989FD-C556-6615-34DE-A7FD25066DCC}"/>
                  </a:ext>
                </a:extLst>
              </p:cNvPr>
              <p:cNvSpPr txBox="1"/>
              <p:nvPr/>
            </p:nvSpPr>
            <p:spPr>
              <a:xfrm>
                <a:off x="838200" y="1350446"/>
                <a:ext cx="10366612" cy="59497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The </a:t>
                </a:r>
                <a:r>
                  <a:rPr lang="en-US" sz="3200" dirty="0">
                    <a:solidFill>
                      <a:srgbClr val="FF0000"/>
                    </a:solidFill>
                  </a:rPr>
                  <a:t>empirical variance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3200" dirty="0"/>
                  <a:t> is a biased estimator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3200" b="0" dirty="0"/>
              </a:p>
              <a:p>
                <a:endParaRPr lang="en-GB" sz="3200" b="0" dirty="0"/>
              </a:p>
              <a:p>
                <a:r>
                  <a:rPr lang="en-US" sz="3200" dirty="0"/>
                  <a:t>It can be shown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GB" sz="3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32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GB" sz="3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3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r>
                  <a:rPr lang="en-US" sz="3200" dirty="0"/>
                  <a:t>To correct the bias, we use instead the </a:t>
                </a:r>
                <a:r>
                  <a:rPr lang="en-US" sz="3200" b="1" dirty="0">
                    <a:solidFill>
                      <a:srgbClr val="00B050"/>
                    </a:solidFill>
                  </a:rPr>
                  <a:t>sample variance </a:t>
                </a:r>
                <a:r>
                  <a:rPr lang="en-US" sz="3200" dirty="0"/>
                  <a:t>as an estimator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4989FD-C556-6615-34DE-A7FD2506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0446"/>
                <a:ext cx="10366612" cy="5949706"/>
              </a:xfrm>
              <a:prstGeom prst="rect">
                <a:avLst/>
              </a:prstGeom>
              <a:blipFill>
                <a:blip r:embed="rId3"/>
                <a:stretch>
                  <a:fillRect l="-1591" t="-11489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40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CD213-8988-CD9D-D343-358D3D534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718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can be shown that the variance of the sample variance is equal to: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CD213-8988-CD9D-D343-358D3D534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7188"/>
                <a:ext cx="10515600" cy="4351338"/>
              </a:xfrm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0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C937-3E2B-ACB0-4B7E-EB688853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86A5-7A1A-74A6-F101-4EEEF9BA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835"/>
          </a:xfrm>
        </p:spPr>
        <p:txBody>
          <a:bodyPr>
            <a:normAutofit fontScale="92500"/>
          </a:bodyPr>
          <a:lstStyle/>
          <a:p>
            <a:r>
              <a:rPr lang="en-US" dirty="0"/>
              <a:t>The number of degrees of freedom refers to the </a:t>
            </a:r>
            <a:r>
              <a:rPr lang="en-US" dirty="0">
                <a:solidFill>
                  <a:srgbClr val="00B050"/>
                </a:solidFill>
              </a:rPr>
              <a:t>number of independent values or quantities that can vary </a:t>
            </a:r>
            <a:r>
              <a:rPr lang="en-US" dirty="0"/>
              <a:t>in an analysis </a:t>
            </a:r>
            <a:r>
              <a:rPr lang="en-US" dirty="0">
                <a:solidFill>
                  <a:srgbClr val="00B050"/>
                </a:solidFill>
              </a:rPr>
              <a:t>while still satisfying given constraints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Example:</a:t>
            </a:r>
            <a:r>
              <a:rPr lang="en-US" dirty="0"/>
              <a:t> n data points, constraint: mean value.</a:t>
            </a:r>
          </a:p>
          <a:p>
            <a:pPr marL="0" indent="0">
              <a:buNone/>
            </a:pPr>
            <a:r>
              <a:rPr lang="en-US" dirty="0"/>
              <a:t>If we know all data points except one, we can determine it exactly. Hence, only n-1 values are free to vary </a:t>
            </a:r>
            <a:r>
              <a:rPr lang="en-US" dirty="0">
                <a:sym typeface="Wingdings" pitchFamily="2" charset="2"/>
              </a:rPr>
              <a:t> n-1 degrees of freedom.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When we calculate the sample variance, we first calculate the sample mean. Given that mean, we have only n-1 degrees of freedom. Hence,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the sample variance has only n-1 degrees of freedom</a:t>
            </a:r>
            <a:r>
              <a:rPr lang="en-US" dirty="0">
                <a:sym typeface="Wingdings" pitchFamily="2" charset="2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41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7CC2-0F28-EC72-88A3-75DFA3B7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A966-27CC-B924-B1DA-DD80A81F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Example:</a:t>
            </a:r>
          </a:p>
          <a:p>
            <a:r>
              <a:rPr lang="en-US" dirty="0"/>
              <a:t>A person travels every day from their home to the train station.</a:t>
            </a:r>
          </a:p>
          <a:p>
            <a:r>
              <a:rPr lang="en-US" dirty="0"/>
              <a:t>This person notes the time for 20 days and calculates the arithmetic mean: 25 minutes</a:t>
            </a:r>
          </a:p>
          <a:p>
            <a:r>
              <a:rPr lang="en-US" dirty="0"/>
              <a:t>Not every day the travel time will be 25 minutes exactly: it may vary by a few minutes every day.</a:t>
            </a:r>
          </a:p>
          <a:p>
            <a:r>
              <a:rPr lang="en-US" dirty="0"/>
              <a:t>To take this variability into account we might find the time varies mostly between 20 and 30 minutes.</a:t>
            </a:r>
          </a:p>
          <a:p>
            <a:r>
              <a:rPr lang="en-US" dirty="0"/>
              <a:t>This statement in form of an interval describes both </a:t>
            </a:r>
            <a:r>
              <a:rPr lang="en-US" dirty="0">
                <a:solidFill>
                  <a:srgbClr val="FF0000"/>
                </a:solidFill>
              </a:rPr>
              <a:t>expectation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variation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98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6F90-756D-2B02-6D9D-FC99D2CE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7331B-632A-4E72-A2E6-836B15ED35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 confidence interval quantifies the precision of the point estimate (expected value) as follows: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say that the true parameter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covered by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) with probability larger or equal than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probability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GB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is called the </a:t>
                </a:r>
                <a:r>
                  <a:rPr lang="en-US" b="1" dirty="0">
                    <a:solidFill>
                      <a:srgbClr val="00B050"/>
                    </a:solidFill>
                  </a:rPr>
                  <a:t>confidence level.</a:t>
                </a:r>
              </a:p>
              <a:p>
                <a:pPr marL="0" indent="0">
                  <a:buNone/>
                </a:pPr>
                <a:r>
                  <a:rPr lang="en-US" dirty="0"/>
                  <a:t>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</a:t>
                </a:r>
                <a:r>
                  <a:rPr lang="en-GB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] </a:t>
                </a:r>
                <a:r>
                  <a:rPr lang="en-US" dirty="0"/>
                  <a:t>is called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confidence interval.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7331B-632A-4E72-A2E6-836B15ED3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206" t="-3198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67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BE95-631F-6533-6A36-83531B35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443" y="-193675"/>
            <a:ext cx="10515600" cy="1325563"/>
          </a:xfrm>
        </p:spPr>
        <p:txBody>
          <a:bodyPr/>
          <a:lstStyle/>
          <a:p>
            <a:r>
              <a:rPr lang="en-US" dirty="0"/>
              <a:t>Confidence interval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F078F-6B13-D169-848A-6E9BD4110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" y="940594"/>
            <a:ext cx="6250517" cy="48995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EEF117-E6C7-65AF-8051-DE444DA32D0C}"/>
                  </a:ext>
                </a:extLst>
              </p:cNvPr>
              <p:cNvSpPr txBox="1"/>
              <p:nvPr/>
            </p:nvSpPr>
            <p:spPr>
              <a:xfrm>
                <a:off x="7088717" y="940594"/>
                <a:ext cx="4461935" cy="7017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have a random variable X normally distributed with mean 10 and standard deviation equal to 1. We then draw 6 samples, each sample consisting of 10 observations.</a:t>
                </a:r>
              </a:p>
              <a:p>
                <a:endParaRPr lang="en-US" dirty="0"/>
              </a:p>
              <a:p>
                <a:r>
                  <a:rPr lang="en-US" dirty="0"/>
                  <a:t>Each of those samples will be different, and therefore, the arithmetic mean and the confidence interval will differ for each of the samples.</a:t>
                </a:r>
              </a:p>
              <a:p>
                <a:endParaRPr lang="en-US" dirty="0"/>
              </a:p>
              <a:p>
                <a:r>
                  <a:rPr lang="en-US" dirty="0"/>
                  <a:t>Most of the means are close to 10, but not all of them.</a:t>
                </a:r>
              </a:p>
              <a:p>
                <a:r>
                  <a:rPr lang="en-US" dirty="0"/>
                  <a:t>Most of the confidence intervals contain 10, but not all of them.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GB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=0.95</a:t>
                </a:r>
                <a:r>
                  <a:rPr lang="en-US" dirty="0"/>
                  <a:t>, then we expect 95% of the confidence intervals to contain the population mean.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EEF117-E6C7-65AF-8051-DE444DA3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717" y="940594"/>
                <a:ext cx="4461935" cy="7017306"/>
              </a:xfrm>
              <a:prstGeom prst="rect">
                <a:avLst/>
              </a:prstGeom>
              <a:blipFill>
                <a:blip r:embed="rId3"/>
                <a:stretch>
                  <a:fillRect l="-1420" t="-181" r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02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C2823-7521-051F-82A2-46FD9C0C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7522"/>
            <a:ext cx="10515600" cy="1325563"/>
          </a:xfrm>
        </p:spPr>
        <p:txBody>
          <a:bodyPr/>
          <a:lstStyle/>
          <a:p>
            <a:r>
              <a:rPr lang="en-US" dirty="0"/>
              <a:t>Confidence interval for the mean of a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482A-3432-378F-98F1-220C8833D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589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will distinguish between 2 cases:</a:t>
            </a:r>
          </a:p>
          <a:p>
            <a:pPr marL="514350" indent="-514350">
              <a:buAutoNum type="alphaLcParenR"/>
            </a:pPr>
            <a:r>
              <a:rPr lang="en-US" dirty="0"/>
              <a:t>When variance of distribution of population known</a:t>
            </a:r>
          </a:p>
          <a:p>
            <a:pPr marL="514350" indent="-514350">
              <a:buAutoNum type="alphaLcParenR"/>
            </a:pPr>
            <a:r>
              <a:rPr lang="en-US" dirty="0"/>
              <a:t>When variance of distribution of population unknown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2B6B1A-BE16-4DCF-6FDB-F45BA5D80690}"/>
              </a:ext>
            </a:extLst>
          </p:cNvPr>
          <p:cNvSpPr txBox="1">
            <a:spLocks/>
          </p:cNvSpPr>
          <p:nvPr/>
        </p:nvSpPr>
        <p:spPr>
          <a:xfrm>
            <a:off x="990600" y="2296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But how do we calculate the confidence interval?</a:t>
            </a:r>
          </a:p>
        </p:txBody>
      </p:sp>
    </p:spTree>
    <p:extLst>
      <p:ext uri="{BB962C8B-B14F-4D97-AF65-F5344CB8AC3E}">
        <p14:creationId xmlns:p14="http://schemas.microsoft.com/office/powerpoint/2010/main" val="164131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794D-3B64-E189-4630-3669C696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 for the mean of a normal distribution: </a:t>
            </a:r>
            <a:r>
              <a:rPr lang="en-US" dirty="0">
                <a:solidFill>
                  <a:srgbClr val="0070C0"/>
                </a:solidFill>
              </a:rPr>
              <a:t>known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206A4-E443-7E8A-3D32-844C8C73B7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0557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Suppose our random variable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interest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we know its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Aim</a:t>
                </a:r>
                <a:r>
                  <a:rPr lang="en-US" dirty="0"/>
                  <a:t>: estimate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calculate confidence </a:t>
                </a:r>
                <a:r>
                  <a:rPr lang="en-US"/>
                  <a:t>interval.</a:t>
                </a:r>
                <a:endParaRPr lang="en-US" dirty="0"/>
              </a:p>
              <a:p>
                <a:r>
                  <a:rPr lang="en-US" dirty="0"/>
                  <a:t>Central Limit Theorem: sample mean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size of the sample. </a:t>
                </a:r>
              </a:p>
              <a:p>
                <a:r>
                  <a:rPr lang="en-US" dirty="0" err="1"/>
                  <a:t>Standardisation</a:t>
                </a:r>
                <a:r>
                  <a:rPr lang="en-US" dirty="0"/>
                  <a:t> transformation: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Z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(this is called the </a:t>
                </a:r>
                <a:r>
                  <a:rPr lang="en-US" dirty="0">
                    <a:solidFill>
                      <a:srgbClr val="FF0000"/>
                    </a:solidFill>
                  </a:rPr>
                  <a:t>Z transformation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206A4-E443-7E8A-3D32-844C8C73B7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0557"/>
                <a:ext cx="10515600" cy="4351338"/>
              </a:xfrm>
              <a:blipFill>
                <a:blip r:embed="rId2"/>
                <a:stretch>
                  <a:fillRect l="-1086" t="-2332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18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FD676-61BD-DFA7-39E5-3C99C2BE3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are interested in the following probability: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FD676-61BD-DFA7-39E5-3C99C2BE3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89B8028-7BB8-8B9E-3A0C-7FC623E52FB1}"/>
              </a:ext>
            </a:extLst>
          </p:cNvPr>
          <p:cNvGrpSpPr/>
          <p:nvPr/>
        </p:nvGrpSpPr>
        <p:grpSpPr>
          <a:xfrm>
            <a:off x="1593398" y="2948516"/>
            <a:ext cx="7989203" cy="3113617"/>
            <a:chOff x="1593398" y="2948516"/>
            <a:chExt cx="7989203" cy="31136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16D4C4C-4059-249A-27D9-06C0F671D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3398" y="2948516"/>
              <a:ext cx="7989203" cy="31136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EAB532A-A840-5077-5A0C-43CF5FF760EF}"/>
                    </a:ext>
                  </a:extLst>
                </p:cNvPr>
                <p:cNvSpPr txBox="1"/>
                <p:nvPr/>
              </p:nvSpPr>
              <p:spPr>
                <a:xfrm>
                  <a:off x="2302933" y="5638800"/>
                  <a:ext cx="187960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EAB532A-A840-5077-5A0C-43CF5FF76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2933" y="5638800"/>
                  <a:ext cx="18796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62C03B-F1EE-CFE8-F246-5E587995ABF9}"/>
                    </a:ext>
                  </a:extLst>
                </p:cNvPr>
                <p:cNvSpPr txBox="1"/>
                <p:nvPr/>
              </p:nvSpPr>
              <p:spPr>
                <a:xfrm>
                  <a:off x="7103535" y="5638800"/>
                  <a:ext cx="187960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62C03B-F1EE-CFE8-F246-5E587995A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535" y="5638800"/>
                  <a:ext cx="18796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E495A-C591-B264-1247-03327471ED8A}"/>
                </a:ext>
              </a:extLst>
            </p:cNvPr>
            <p:cNvSpPr txBox="1"/>
            <p:nvPr/>
          </p:nvSpPr>
          <p:spPr>
            <a:xfrm>
              <a:off x="4703234" y="5638800"/>
              <a:ext cx="18796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6590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C3FB-6717-1891-3D58-4EED3170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21672-C75B-0862-78DE-D8B1E2421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are interested in the following probability: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21672-C75B-0862-78DE-D8B1E2421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915FD8D-0991-7644-EFF9-86B5BB42F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98" y="2880782"/>
            <a:ext cx="7989203" cy="31136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8B80F8-61DD-315B-6BA9-18130E46D850}"/>
              </a:ext>
            </a:extLst>
          </p:cNvPr>
          <p:cNvSpPr txBox="1"/>
          <p:nvPr/>
        </p:nvSpPr>
        <p:spPr>
          <a:xfrm>
            <a:off x="4804832" y="5638800"/>
            <a:ext cx="187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48844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AB54-B51C-B66D-F54F-90BB7ED8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8B324-4B3E-EC41-D9AA-D43360697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Rearranging terms: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̅"/>
                              <m:ctrlP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8B324-4B3E-EC41-D9AA-D43360697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7429DCF-D3F4-1948-3D2D-F36A3C8B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98" y="2880782"/>
            <a:ext cx="7989203" cy="3113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940B4-30E9-54AD-8DE2-60489C53741B}"/>
                  </a:ext>
                </a:extLst>
              </p:cNvPr>
              <p:cNvSpPr txBox="1"/>
              <p:nvPr/>
            </p:nvSpPr>
            <p:spPr>
              <a:xfrm>
                <a:off x="4804832" y="5638800"/>
                <a:ext cx="18796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940B4-30E9-54AD-8DE2-60489C537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832" y="5638800"/>
                <a:ext cx="1879600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29E578-CEAC-36FE-AEE8-D6F4947C34AA}"/>
                  </a:ext>
                </a:extLst>
              </p:cNvPr>
              <p:cNvSpPr txBox="1"/>
              <p:nvPr/>
            </p:nvSpPr>
            <p:spPr>
              <a:xfrm>
                <a:off x="2353733" y="5571068"/>
                <a:ext cx="2150533" cy="6166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b>
                        <m:sSub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f>
                        <m:f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29E578-CEAC-36FE-AEE8-D6F4947C3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733" y="5571068"/>
                <a:ext cx="2150533" cy="6166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B98663-6B48-9F19-4B04-03B9CC790EAD}"/>
                  </a:ext>
                </a:extLst>
              </p:cNvPr>
              <p:cNvSpPr txBox="1"/>
              <p:nvPr/>
            </p:nvSpPr>
            <p:spPr>
              <a:xfrm>
                <a:off x="7532380" y="5571068"/>
                <a:ext cx="1879600" cy="6166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b>
                        <m:sSub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f>
                        <m:f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B98663-6B48-9F19-4B04-03B9CC79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380" y="5571068"/>
                <a:ext cx="1879600" cy="6166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167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B68AC-A6A4-7EF1-34C8-049E30CDB8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333" y="1899661"/>
                <a:ext cx="6223000" cy="4351338"/>
              </a:xfrm>
            </p:spPr>
            <p:txBody>
              <a:bodyPr/>
              <a:lstStyle/>
              <a:p>
                <a:r>
                  <a:rPr lang="en-US" dirty="0"/>
                  <a:t>If the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unknown, we use the sample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to estimate it.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It can be shown that the variable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follows a so-called 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t-</a:t>
                </a:r>
                <a:r>
                  <a:rPr lang="en-US" b="1" dirty="0">
                    <a:solidFill>
                      <a:srgbClr val="00B050"/>
                    </a:solidFill>
                  </a:rPr>
                  <a:t>distribution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with 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n-1 </a:t>
                </a:r>
                <a:r>
                  <a:rPr lang="en-US" b="1" dirty="0">
                    <a:solidFill>
                      <a:srgbClr val="00B050"/>
                    </a:solidFill>
                  </a:rPr>
                  <a:t>degrees of freedom.</a:t>
                </a:r>
                <a:endParaRPr lang="en-US" b="1" i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B68AC-A6A4-7EF1-34C8-049E30CDB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333" y="1899661"/>
                <a:ext cx="6223000" cy="4351338"/>
              </a:xfrm>
              <a:blipFill>
                <a:blip r:embed="rId2"/>
                <a:stretch>
                  <a:fillRect l="-1833" t="-2326" r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F326682-7BF1-E729-3B2E-F10F0EEEA528}"/>
              </a:ext>
            </a:extLst>
          </p:cNvPr>
          <p:cNvSpPr txBox="1">
            <a:spLocks/>
          </p:cNvSpPr>
          <p:nvPr/>
        </p:nvSpPr>
        <p:spPr>
          <a:xfrm>
            <a:off x="296333" y="1343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Confidence interval for the mean of a normal distribution: </a:t>
            </a:r>
            <a:r>
              <a:rPr lang="en-US" dirty="0">
                <a:solidFill>
                  <a:srgbClr val="0070C0"/>
                </a:solidFill>
              </a:rPr>
              <a:t>unknown variance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341B79-15B6-2E02-F99E-C1BAB5DB6865}"/>
              </a:ext>
            </a:extLst>
          </p:cNvPr>
          <p:cNvGrpSpPr/>
          <p:nvPr/>
        </p:nvGrpSpPr>
        <p:grpSpPr>
          <a:xfrm>
            <a:off x="6400800" y="1806319"/>
            <a:ext cx="5648909" cy="4254500"/>
            <a:chOff x="6400800" y="1806319"/>
            <a:chExt cx="5648909" cy="42545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CCD08C-AA05-81BD-F37D-E3CB0A99F7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31580" y="1806319"/>
              <a:ext cx="5318129" cy="4254500"/>
              <a:chOff x="6015966" y="764895"/>
              <a:chExt cx="3095625" cy="24765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64589E6-BAF7-AA61-162B-6A0264DDD8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5966" y="764895"/>
                <a:ext cx="3095625" cy="24765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44A904B6-CE53-A574-D33F-3EEAE4B24F81}"/>
                      </a:ext>
                    </a:extLst>
                  </p:cNvPr>
                  <p:cNvSpPr txBox="1"/>
                  <p:nvPr/>
                </p:nvSpPr>
                <p:spPr>
                  <a:xfrm>
                    <a:off x="6737896" y="1167413"/>
                    <a:ext cx="74443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AD76EDC3-6CE3-DE34-84E5-55386A6933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7896" y="1167413"/>
                    <a:ext cx="74443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98" t="-2222" r="-10656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ACF37A-218C-5840-E457-2510D8A78F76}"/>
                </a:ext>
              </a:extLst>
            </p:cNvPr>
            <p:cNvSpPr txBox="1"/>
            <p:nvPr/>
          </p:nvSpPr>
          <p:spPr>
            <a:xfrm>
              <a:off x="6400800" y="3428999"/>
              <a:ext cx="677335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GB" b="0" dirty="0"/>
            </a:p>
            <a:p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84FDA-5572-7187-D5FF-71F6ECA05B30}"/>
                  </a:ext>
                </a:extLst>
              </p:cNvPr>
              <p:cNvSpPr txBox="1"/>
              <p:nvPr/>
            </p:nvSpPr>
            <p:spPr>
              <a:xfrm>
                <a:off x="7278531" y="6090350"/>
                <a:ext cx="477117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Fatter tails than normal distribution.</a:t>
                </a:r>
              </a:p>
              <a:p>
                <a:r>
                  <a:rPr lang="en-US" dirty="0"/>
                  <a:t>It approaches normal distribution as </a:t>
                </a:r>
                <a:r>
                  <a:rPr lang="en-US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df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84FDA-5572-7187-D5FF-71F6ECA05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531" y="6090350"/>
                <a:ext cx="4771178" cy="646331"/>
              </a:xfrm>
              <a:prstGeom prst="rect">
                <a:avLst/>
              </a:prstGeom>
              <a:blipFill>
                <a:blip r:embed="rId5"/>
                <a:stretch>
                  <a:fillRect l="-1064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58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CEB2-576B-7536-7698-A8CCF795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28D59A-192A-DABE-FECE-229B59D60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are interested in the following probability: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28D59A-192A-DABE-FECE-229B59D60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A8A66715-F65B-1397-7ACD-44E39710B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667" y="3020126"/>
            <a:ext cx="4961467" cy="2954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361BD9-C2CB-3F4D-FC12-F9A5C4D2FA0C}"/>
              </a:ext>
            </a:extLst>
          </p:cNvPr>
          <p:cNvSpPr txBox="1"/>
          <p:nvPr/>
        </p:nvSpPr>
        <p:spPr>
          <a:xfrm>
            <a:off x="4669368" y="5960533"/>
            <a:ext cx="187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FF06A4-D855-59F7-4DAB-514C7AFE5FC4}"/>
                  </a:ext>
                </a:extLst>
              </p:cNvPr>
              <p:cNvSpPr txBox="1"/>
              <p:nvPr/>
            </p:nvSpPr>
            <p:spPr>
              <a:xfrm>
                <a:off x="3251196" y="5960533"/>
                <a:ext cx="18796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FF06A4-D855-59F7-4DAB-514C7AFE5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6" y="5960533"/>
                <a:ext cx="187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4B1B3F-E750-392A-E74A-E0D9137CF98E}"/>
                  </a:ext>
                </a:extLst>
              </p:cNvPr>
              <p:cNvSpPr txBox="1"/>
              <p:nvPr/>
            </p:nvSpPr>
            <p:spPr>
              <a:xfrm>
                <a:off x="6138333" y="5960533"/>
                <a:ext cx="18796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4B1B3F-E750-392A-E74A-E0D9137CF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333" y="5960533"/>
                <a:ext cx="187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047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C90-3E08-DE03-99FD-33E4728B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D109-473B-1B52-9815-DD7ECABDA9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are interested in the following probability: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D109-473B-1B52-9815-DD7ECABDA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AE6BD0-2AA5-3CAA-2B5C-7BBD170D2F74}"/>
              </a:ext>
            </a:extLst>
          </p:cNvPr>
          <p:cNvGrpSpPr/>
          <p:nvPr/>
        </p:nvGrpSpPr>
        <p:grpSpPr>
          <a:xfrm>
            <a:off x="3132667" y="3020126"/>
            <a:ext cx="4963580" cy="3451582"/>
            <a:chOff x="3132667" y="3020126"/>
            <a:chExt cx="4963580" cy="3451582"/>
          </a:xfrm>
        </p:grpSpPr>
        <p:pic>
          <p:nvPicPr>
            <p:cNvPr id="11" name="Picture 10" descr="A diagram of a normal distribution&#10;&#10;AI-generated content may be incorrect.">
              <a:extLst>
                <a:ext uri="{FF2B5EF4-FFF2-40B4-BE49-F238E27FC236}">
                  <a16:creationId xmlns:a16="http://schemas.microsoft.com/office/drawing/2014/main" id="{6B4ACD24-006F-A0BF-DBE9-8DFD5AE6E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2667" y="3020126"/>
              <a:ext cx="4961467" cy="295458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FA531F-0ABF-34B9-4F15-5285B2774BBE}"/>
                </a:ext>
              </a:extLst>
            </p:cNvPr>
            <p:cNvSpPr txBox="1"/>
            <p:nvPr/>
          </p:nvSpPr>
          <p:spPr>
            <a:xfrm>
              <a:off x="4669368" y="5960533"/>
              <a:ext cx="18796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EC361-9BE1-1958-23D8-6F6669A3870A}"/>
                    </a:ext>
                  </a:extLst>
                </p:cNvPr>
                <p:cNvSpPr txBox="1"/>
                <p:nvPr/>
              </p:nvSpPr>
              <p:spPr>
                <a:xfrm>
                  <a:off x="3251196" y="5960533"/>
                  <a:ext cx="1879600" cy="4929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EC361-9BE1-1958-23D8-6F6669A38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1196" y="5960533"/>
                  <a:ext cx="1879600" cy="4929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9213C1E-8D19-EBD2-604A-82A4CC6DCCBF}"/>
                    </a:ext>
                  </a:extLst>
                </p:cNvPr>
                <p:cNvSpPr txBox="1"/>
                <p:nvPr/>
              </p:nvSpPr>
              <p:spPr>
                <a:xfrm>
                  <a:off x="6216647" y="5978753"/>
                  <a:ext cx="1879600" cy="4929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9213C1E-8D19-EBD2-604A-82A4CC6DC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6647" y="5978753"/>
                  <a:ext cx="1879600" cy="49295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9485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C289-1C0D-EF2F-3C17-829DC216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EC6BF-9976-38FF-6BBE-BBFD61AA5C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Rearranging terms: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f>
                            <m:f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̅"/>
                              <m:ctrlP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EC6BF-9976-38FF-6BBE-BBFD61AA5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92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FE6B4-93B6-0906-ECDE-AAB95003D4C7}"/>
                  </a:ext>
                </a:extLst>
              </p:cNvPr>
              <p:cNvSpPr txBox="1"/>
              <p:nvPr/>
            </p:nvSpPr>
            <p:spPr>
              <a:xfrm>
                <a:off x="4804832" y="5638800"/>
                <a:ext cx="18796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FE6B4-93B6-0906-ECDE-AAB95003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832" y="5638800"/>
                <a:ext cx="1879600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0E26E-3BA5-D6BD-DC52-7D735DA42574}"/>
                  </a:ext>
                </a:extLst>
              </p:cNvPr>
              <p:cNvSpPr txBox="1"/>
              <p:nvPr/>
            </p:nvSpPr>
            <p:spPr>
              <a:xfrm>
                <a:off x="3285060" y="5571068"/>
                <a:ext cx="2150533" cy="6884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b>
                        <m:sSub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0E26E-3BA5-D6BD-DC52-7D735DA4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060" y="5571068"/>
                <a:ext cx="2150533" cy="688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4C4B82-A057-ABF1-C82A-D446051F3752}"/>
                  </a:ext>
                </a:extLst>
              </p:cNvPr>
              <p:cNvSpPr txBox="1"/>
              <p:nvPr/>
            </p:nvSpPr>
            <p:spPr>
              <a:xfrm>
                <a:off x="6431718" y="5571068"/>
                <a:ext cx="1879600" cy="6646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b>
                        <m:sSub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4C4B82-A057-ABF1-C82A-D446051F3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718" y="5571068"/>
                <a:ext cx="1879600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97BC26BB-B11D-1D8D-3093-F918CAB54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335" y="2664529"/>
            <a:ext cx="4961467" cy="2954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55C87C-D78D-910F-14D6-BBF7C6F3F4E9}"/>
                  </a:ext>
                </a:extLst>
              </p:cNvPr>
              <p:cNvSpPr txBox="1"/>
              <p:nvPr/>
            </p:nvSpPr>
            <p:spPr>
              <a:xfrm>
                <a:off x="9093199" y="3260302"/>
                <a:ext cx="2912534" cy="203132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Notice: </a:t>
                </a:r>
                <a:r>
                  <a:rPr lang="en-US" dirty="0"/>
                  <a:t>confidence interval in this case</a:t>
                </a:r>
              </a:p>
              <a:p>
                <a:r>
                  <a:rPr lang="en-US" dirty="0"/>
                  <a:t>wider than for normal distribution for same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sample size </a:t>
                </a:r>
                <a:r>
                  <a:rPr lang="en-US" dirty="0">
                    <a:solidFill>
                      <a:srgbClr val="00B0F0"/>
                    </a:solidFill>
                  </a:rPr>
                  <a:t>n </a:t>
                </a:r>
                <a:r>
                  <a:rPr lang="en-US" dirty="0"/>
                  <a:t>due to uncertainty about variance.</a:t>
                </a:r>
              </a:p>
              <a:p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55C87C-D78D-910F-14D6-BBF7C6F3F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199" y="3260302"/>
                <a:ext cx="2912534" cy="2031325"/>
              </a:xfrm>
              <a:prstGeom prst="rect">
                <a:avLst/>
              </a:prstGeom>
              <a:blipFill>
                <a:blip r:embed="rId7"/>
                <a:stretch>
                  <a:fillRect l="-2174" t="-1242" r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52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1167</Words>
  <Application>Microsoft Macintosh PowerPoint</Application>
  <PresentationFormat>Widescreen</PresentationFormat>
  <Paragraphs>138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Wingdings</vt:lpstr>
      <vt:lpstr>Office Theme</vt:lpstr>
      <vt:lpstr>Inference</vt:lpstr>
      <vt:lpstr>Introduction</vt:lpstr>
      <vt:lpstr>Main objective</vt:lpstr>
      <vt:lpstr>Parametric vs non-parametric estimation</vt:lpstr>
      <vt:lpstr>Point estimators</vt:lpstr>
      <vt:lpstr>Point estimators</vt:lpstr>
      <vt:lpstr>Bias and variance of estimators</vt:lpstr>
      <vt:lpstr>Mean squared error</vt:lpstr>
      <vt:lpstr>Estimator for μ</vt:lpstr>
      <vt:lpstr>Estimator for μ</vt:lpstr>
      <vt:lpstr>PowerPoint Presentation</vt:lpstr>
      <vt:lpstr>Estimator for σ^2</vt:lpstr>
      <vt:lpstr>PowerPoint Presentation</vt:lpstr>
      <vt:lpstr>Degrees of freedom</vt:lpstr>
      <vt:lpstr>Confidence interval</vt:lpstr>
      <vt:lpstr>Confidence interval</vt:lpstr>
      <vt:lpstr>Confidence interval</vt:lpstr>
      <vt:lpstr>Confidence interval for the mean of a normal distribution</vt:lpstr>
      <vt:lpstr>Confidence interval for the mean of a normal distribution: known variance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Carmen Romano</dc:creator>
  <cp:lastModifiedBy>Maria Carmen Romano</cp:lastModifiedBy>
  <cp:revision>1</cp:revision>
  <dcterms:created xsi:type="dcterms:W3CDTF">2025-03-05T07:07:08Z</dcterms:created>
  <dcterms:modified xsi:type="dcterms:W3CDTF">2025-04-12T10:01:56Z</dcterms:modified>
</cp:coreProperties>
</file>